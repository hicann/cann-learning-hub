
<file path=[Content_Types].xml><?xml version="1.0" encoding="utf-8"?>
<Types xmlns="http://schemas.openxmlformats.org/package/2006/content-types">
  <Default Extension="xml" ContentType="application/xml"/>
  <Default Extension="jpeg" ContentType="image/jpeg"/>
  <Default Extension="JPG" ContentType="image/.jpg"/>
  <Default Extension="xlsx" ContentType="application/vnd.openxmlformats-officedocument.spreadsheetml.sheet"/>
  <Default Extension="png" ContentType="image/png"/>
  <Default Extension="rels" ContentType="application/vnd.openxmlformats-package.relationship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p:sldMasterIdLst>
    <p:sldMasterId id="2147483648" r:id="rId1"/>
    <p:sldMasterId id="2147483650" r:id="rId3"/>
    <p:sldMasterId id="2147483662" r:id="rId4"/>
    <p:sldMasterId id="2147483669" r:id="rId5"/>
  </p:sldMasterIdLst>
  <p:notesMasterIdLst>
    <p:notesMasterId r:id="rId7"/>
  </p:notesMasterIdLst>
  <p:handoutMasterIdLst>
    <p:handoutMasterId r:id="rId56"/>
  </p:handoutMasterIdLst>
  <p:sldIdLst>
    <p:sldId id="308" r:id="rId6"/>
    <p:sldId id="260" r:id="rId8"/>
    <p:sldId id="261" r:id="rId9"/>
    <p:sldId id="309" r:id="rId10"/>
    <p:sldId id="310" r:id="rId11"/>
    <p:sldId id="359" r:id="rId12"/>
    <p:sldId id="315" r:id="rId13"/>
    <p:sldId id="316" r:id="rId14"/>
    <p:sldId id="360" r:id="rId15"/>
    <p:sldId id="345" r:id="rId16"/>
    <p:sldId id="346" r:id="rId17"/>
    <p:sldId id="348" r:id="rId18"/>
    <p:sldId id="349" r:id="rId19"/>
    <p:sldId id="350" r:id="rId20"/>
    <p:sldId id="351" r:id="rId21"/>
    <p:sldId id="352" r:id="rId22"/>
    <p:sldId id="354" r:id="rId23"/>
    <p:sldId id="355" r:id="rId24"/>
    <p:sldId id="356" r:id="rId25"/>
    <p:sldId id="357" r:id="rId26"/>
    <p:sldId id="358" r:id="rId27"/>
    <p:sldId id="361" r:id="rId28"/>
    <p:sldId id="330" r:id="rId29"/>
    <p:sldId id="331" r:id="rId30"/>
    <p:sldId id="332" r:id="rId31"/>
    <p:sldId id="335" r:id="rId32"/>
    <p:sldId id="336" r:id="rId33"/>
    <p:sldId id="337" r:id="rId34"/>
    <p:sldId id="338" r:id="rId35"/>
    <p:sldId id="340" r:id="rId36"/>
    <p:sldId id="341" r:id="rId37"/>
    <p:sldId id="342" r:id="rId38"/>
    <p:sldId id="343" r:id="rId39"/>
    <p:sldId id="344" r:id="rId40"/>
    <p:sldId id="362" r:id="rId41"/>
    <p:sldId id="363" r:id="rId42"/>
    <p:sldId id="364" r:id="rId43"/>
    <p:sldId id="365" r:id="rId44"/>
    <p:sldId id="366" r:id="rId45"/>
    <p:sldId id="367" r:id="rId46"/>
    <p:sldId id="368" r:id="rId47"/>
    <p:sldId id="369" r:id="rId48"/>
    <p:sldId id="370" r:id="rId49"/>
    <p:sldId id="371" r:id="rId50"/>
    <p:sldId id="373" r:id="rId51"/>
    <p:sldId id="372" r:id="rId52"/>
    <p:sldId id="374" r:id="rId53"/>
    <p:sldId id="375" r:id="rId54"/>
    <p:sldId id="270" r:id="rId55"/>
  </p:sldIdLst>
  <p:sldSz cx="12192000" cy="6858000"/>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3" pos="3840" userDrawn="1">
          <p15:clr>
            <a:srgbClr val="A4A3A4"/>
          </p15:clr>
        </p15:guide>
        <p15:guide id="4" orient="horz" pos="230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7000B"/>
    <a:srgbClr val="404040"/>
    <a:srgbClr val="ADCDEA"/>
    <a:srgbClr val="EBEBEB"/>
    <a:srgbClr val="151515"/>
    <a:srgbClr val="575756"/>
    <a:srgbClr val="FFFFFF"/>
    <a:srgbClr val="DD4654"/>
    <a:srgbClr val="F3D2D5"/>
    <a:srgbClr val="E6A8A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72833802-FEF1-4C79-8D5D-14CF1EAF98D9}"/>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6291"/>
  </p:normalViewPr>
  <p:slideViewPr>
    <p:cSldViewPr snapToGrid="0" snapToObjects="1" showGuides="1">
      <p:cViewPr varScale="1">
        <p:scale>
          <a:sx n="65" d="100"/>
          <a:sy n="65" d="100"/>
        </p:scale>
        <p:origin x="556" y="60"/>
      </p:cViewPr>
      <p:guideLst>
        <p:guide pos="3840"/>
        <p:guide orient="horz" pos="2304"/>
      </p:guideLst>
    </p:cSldViewPr>
  </p:slideViewPr>
  <p:outlineViewPr>
    <p:cViewPr>
      <p:scale>
        <a:sx n="33" d="100"/>
        <a:sy n="33" d="100"/>
      </p:scale>
      <p:origin x="0" y="0"/>
    </p:cViewPr>
  </p:outlineViewPr>
  <p:notesTextViewPr>
    <p:cViewPr>
      <p:scale>
        <a:sx n="1" d="1"/>
        <a:sy n="1" d="1"/>
      </p:scale>
      <p:origin x="0" y="0"/>
    </p:cViewPr>
  </p:notesTextViewPr>
  <p:sorterViewPr>
    <p:cViewPr>
      <p:scale>
        <a:sx n="66" d="100"/>
        <a:sy n="66" d="100"/>
      </p:scale>
      <p:origin x="0" y="0"/>
    </p:cViewPr>
  </p:sorterViewPr>
  <p:notesViewPr>
    <p:cSldViewPr snapToGrid="0" snapToObjects="1">
      <p:cViewPr varScale="1">
        <p:scale>
          <a:sx n="49" d="100"/>
          <a:sy n="49" d="100"/>
        </p:scale>
        <p:origin x="2716" y="44"/>
      </p:cViewPr>
      <p:guideLst>
        <p:guide orient="horz"/>
        <p:guide pos="2208"/>
      </p:guideLst>
    </p:cSldViewPr>
  </p:notesViewPr>
  <p:gridSpacing cx="72000" cy="72000"/>
</p:viewPr>
</file>

<file path=ppt/_rels/presentation.xml.rels><?xml version="1.0" encoding="UTF-8" standalone="yes"?>
<Relationships xmlns="http://schemas.openxmlformats.org/package/2006/relationships"><Relationship Id="rId9" Type="http://schemas.openxmlformats.org/officeDocument/2006/relationships/slide" Target="slides/slide3.xml"/><Relationship Id="rId8" Type="http://schemas.openxmlformats.org/officeDocument/2006/relationships/slide" Target="slides/slide2.xml"/><Relationship Id="rId7" Type="http://schemas.openxmlformats.org/officeDocument/2006/relationships/notesMaster" Target="notesMasters/notesMaster1.xml"/><Relationship Id="rId62" Type="http://schemas.openxmlformats.org/officeDocument/2006/relationships/customXml" Target="../customXml/item3.xml"/><Relationship Id="rId61" Type="http://schemas.openxmlformats.org/officeDocument/2006/relationships/customXml" Target="../customXml/item2.xml"/><Relationship Id="rId60" Type="http://schemas.openxmlformats.org/officeDocument/2006/relationships/customXml" Target="../customXml/item1.xml"/><Relationship Id="rId6" Type="http://schemas.openxmlformats.org/officeDocument/2006/relationships/slide" Target="slides/slide1.xml"/><Relationship Id="rId59" Type="http://schemas.openxmlformats.org/officeDocument/2006/relationships/tableStyles" Target="tableStyles.xml"/><Relationship Id="rId58" Type="http://schemas.openxmlformats.org/officeDocument/2006/relationships/viewProps" Target="viewProps.xml"/><Relationship Id="rId57" Type="http://schemas.openxmlformats.org/officeDocument/2006/relationships/presProps" Target="presProps.xml"/><Relationship Id="rId56" Type="http://schemas.openxmlformats.org/officeDocument/2006/relationships/handoutMaster" Target="handoutMasters/handoutMaster1.xml"/><Relationship Id="rId55" Type="http://schemas.openxmlformats.org/officeDocument/2006/relationships/slide" Target="slides/slide49.xml"/><Relationship Id="rId54" Type="http://schemas.openxmlformats.org/officeDocument/2006/relationships/slide" Target="slides/slide48.xml"/><Relationship Id="rId53" Type="http://schemas.openxmlformats.org/officeDocument/2006/relationships/slide" Target="slides/slide47.xml"/><Relationship Id="rId52" Type="http://schemas.openxmlformats.org/officeDocument/2006/relationships/slide" Target="slides/slide46.xml"/><Relationship Id="rId51" Type="http://schemas.openxmlformats.org/officeDocument/2006/relationships/slide" Target="slides/slide45.xml"/><Relationship Id="rId50" Type="http://schemas.openxmlformats.org/officeDocument/2006/relationships/slide" Target="slides/slide44.xml"/><Relationship Id="rId5" Type="http://schemas.openxmlformats.org/officeDocument/2006/relationships/slideMaster" Target="slideMasters/slideMaster4.xml"/><Relationship Id="rId49" Type="http://schemas.openxmlformats.org/officeDocument/2006/relationships/slide" Target="slides/slide43.xml"/><Relationship Id="rId48" Type="http://schemas.openxmlformats.org/officeDocument/2006/relationships/slide" Target="slides/slide42.xml"/><Relationship Id="rId47" Type="http://schemas.openxmlformats.org/officeDocument/2006/relationships/slide" Target="slides/slide41.xml"/><Relationship Id="rId46" Type="http://schemas.openxmlformats.org/officeDocument/2006/relationships/slide" Target="slides/slide40.xml"/><Relationship Id="rId45" Type="http://schemas.openxmlformats.org/officeDocument/2006/relationships/slide" Target="slides/slide39.xml"/><Relationship Id="rId44" Type="http://schemas.openxmlformats.org/officeDocument/2006/relationships/slide" Target="slides/slide38.xml"/><Relationship Id="rId43" Type="http://schemas.openxmlformats.org/officeDocument/2006/relationships/slide" Target="slides/slide37.xml"/><Relationship Id="rId42" Type="http://schemas.openxmlformats.org/officeDocument/2006/relationships/slide" Target="slides/slide36.xml"/><Relationship Id="rId41" Type="http://schemas.openxmlformats.org/officeDocument/2006/relationships/slide" Target="slides/slide35.xml"/><Relationship Id="rId40" Type="http://schemas.openxmlformats.org/officeDocument/2006/relationships/slide" Target="slides/slide34.xml"/><Relationship Id="rId4" Type="http://schemas.openxmlformats.org/officeDocument/2006/relationships/slideMaster" Target="slideMasters/slideMaster3.xml"/><Relationship Id="rId39" Type="http://schemas.openxmlformats.org/officeDocument/2006/relationships/slide" Target="slides/slide33.xml"/><Relationship Id="rId38" Type="http://schemas.openxmlformats.org/officeDocument/2006/relationships/slide" Target="slides/slide32.xml"/><Relationship Id="rId37" Type="http://schemas.openxmlformats.org/officeDocument/2006/relationships/slide" Target="slides/slide31.xml"/><Relationship Id="rId36" Type="http://schemas.openxmlformats.org/officeDocument/2006/relationships/slide" Target="slides/slide30.xml"/><Relationship Id="rId35" Type="http://schemas.openxmlformats.org/officeDocument/2006/relationships/slide" Target="slides/slide29.xml"/><Relationship Id="rId34" Type="http://schemas.openxmlformats.org/officeDocument/2006/relationships/slide" Target="slides/slide28.xml"/><Relationship Id="rId33" Type="http://schemas.openxmlformats.org/officeDocument/2006/relationships/slide" Target="slides/slide27.xml"/><Relationship Id="rId32" Type="http://schemas.openxmlformats.org/officeDocument/2006/relationships/slide" Target="slides/slide26.xml"/><Relationship Id="rId31" Type="http://schemas.openxmlformats.org/officeDocument/2006/relationships/slide" Target="slides/slide25.xml"/><Relationship Id="rId30" Type="http://schemas.openxmlformats.org/officeDocument/2006/relationships/slide" Target="slides/slide24.xml"/><Relationship Id="rId3" Type="http://schemas.openxmlformats.org/officeDocument/2006/relationships/slideMaster" Target="slideMasters/slideMaster2.xml"/><Relationship Id="rId29" Type="http://schemas.openxmlformats.org/officeDocument/2006/relationships/slide" Target="slides/slide23.xml"/><Relationship Id="rId28" Type="http://schemas.openxmlformats.org/officeDocument/2006/relationships/slide" Target="slides/slide22.xml"/><Relationship Id="rId27" Type="http://schemas.openxmlformats.org/officeDocument/2006/relationships/slide" Target="slides/slide21.xml"/><Relationship Id="rId26" Type="http://schemas.openxmlformats.org/officeDocument/2006/relationships/slide" Target="slides/slide20.xml"/><Relationship Id="rId25" Type="http://schemas.openxmlformats.org/officeDocument/2006/relationships/slide" Target="slides/slide19.xml"/><Relationship Id="rId24" Type="http://schemas.openxmlformats.org/officeDocument/2006/relationships/slide" Target="slides/slide18.xml"/><Relationship Id="rId23" Type="http://schemas.openxmlformats.org/officeDocument/2006/relationships/slide" Target="slides/slide17.xml"/><Relationship Id="rId22" Type="http://schemas.openxmlformats.org/officeDocument/2006/relationships/slide" Target="slides/slide16.xml"/><Relationship Id="rId21" Type="http://schemas.openxmlformats.org/officeDocument/2006/relationships/slide" Target="slides/slide15.xml"/><Relationship Id="rId20" Type="http://schemas.openxmlformats.org/officeDocument/2006/relationships/slide" Target="slides/slide14.xml"/><Relationship Id="rId2" Type="http://schemas.openxmlformats.org/officeDocument/2006/relationships/theme" Target="theme/theme1.xml"/><Relationship Id="rId19" Type="http://schemas.openxmlformats.org/officeDocument/2006/relationships/slide" Target="slides/slide13.xml"/><Relationship Id="rId18" Type="http://schemas.openxmlformats.org/officeDocument/2006/relationships/slide" Target="slides/slide12.xml"/><Relationship Id="rId17" Type="http://schemas.openxmlformats.org/officeDocument/2006/relationships/slide" Target="slides/slide11.xml"/><Relationship Id="rId16" Type="http://schemas.openxmlformats.org/officeDocument/2006/relationships/slide" Target="slides/slide10.xml"/><Relationship Id="rId15" Type="http://schemas.openxmlformats.org/officeDocument/2006/relationships/slide" Target="slides/slide9.xml"/><Relationship Id="rId14" Type="http://schemas.openxmlformats.org/officeDocument/2006/relationships/slide" Target="slides/slide8.xml"/><Relationship Id="rId13" Type="http://schemas.openxmlformats.org/officeDocument/2006/relationships/slide" Target="slides/slide7.xml"/><Relationship Id="rId12" Type="http://schemas.openxmlformats.org/officeDocument/2006/relationships/slide" Target="slides/slide6.xml"/><Relationship Id="rId11" Type="http://schemas.openxmlformats.org/officeDocument/2006/relationships/slide" Target="slides/slide5.xml"/><Relationship Id="rId10" Type="http://schemas.openxmlformats.org/officeDocument/2006/relationships/slide" Target="slides/slide4.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Workbook1.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none"/>
        <c:varyColors val="0"/>
        <c:ser>
          <c:idx val="0"/>
          <c:order val="0"/>
          <c:tx>
            <c:strRef>
              <c:f>Sheet1!$B$1</c:f>
              <c:strCache>
                <c:ptCount val="1"/>
                <c:pt idx="0">
                  <c:v>h-swish(x)</c:v>
                </c:pt>
              </c:strCache>
            </c:strRef>
          </c:tx>
          <c:spPr>
            <a:ln w="38100" cap="flat" cmpd="sng" algn="ctr">
              <a:solidFill>
                <a:srgbClr val="E67E22"/>
              </a:solidFill>
              <a:prstDash val="solid"/>
              <a:round/>
            </a:ln>
            <a:effectLst/>
          </c:spPr>
          <c:marker>
            <c:symbol val="circle"/>
            <c:size val="6"/>
            <c:spPr>
              <a:solidFill>
                <a:srgbClr val="E67E22"/>
              </a:solidFill>
              <a:ln w="9525" cap="flat" cmpd="sng" algn="ctr">
                <a:solidFill>
                  <a:srgbClr val="E67E22"/>
                </a:solidFill>
                <a:prstDash val="solid"/>
                <a:round/>
              </a:ln>
              <a:effectLst/>
            </c:spPr>
          </c:marker>
          <c:dLbls>
            <c:dLbl>
              <c:idx val="0"/>
              <c:delete val="1"/>
            </c:dLbl>
            <c:dLbl>
              <c:idx val="1"/>
              <c:delete val="1"/>
            </c:dLbl>
            <c:dLbl>
              <c:idx val="2"/>
              <c:delete val="1"/>
            </c:dLbl>
            <c:dLbl>
              <c:idx val="3"/>
              <c:delete val="1"/>
            </c:dLbl>
            <c:dLbl>
              <c:idx val="4"/>
              <c:delete val="1"/>
            </c:dLbl>
            <c:dLbl>
              <c:idx val="5"/>
              <c:delete val="1"/>
            </c:dLbl>
            <c:dLbl>
              <c:idx val="6"/>
              <c:delete val="1"/>
            </c:dLbl>
            <c:dLbl>
              <c:idx val="7"/>
              <c:delete val="1"/>
            </c:dLbl>
            <c:dLbl>
              <c:idx val="8"/>
              <c:delete val="1"/>
            </c:dLbl>
            <c:dLbl>
              <c:idx val="9"/>
              <c:delete val="1"/>
            </c:dLbl>
            <c:dLbl>
              <c:idx val="10"/>
              <c:delete val="1"/>
            </c:dLbl>
            <c:dLbl>
              <c:idx val="11"/>
              <c:delete val="1"/>
            </c:dLbl>
            <c:dLbl>
              <c:idx val="12"/>
              <c:delete val="1"/>
            </c:dLbl>
            <c:dLbl>
              <c:idx val="13"/>
              <c:delete val="1"/>
            </c:dLbl>
            <c:dLbl>
              <c:idx val="14"/>
              <c:delete val="1"/>
            </c:dLbl>
            <c:dLbl>
              <c:idx val="15"/>
              <c:delete val="1"/>
            </c:dLbl>
            <c:dLbl>
              <c:idx val="16"/>
              <c:delete val="1"/>
            </c:dLbl>
            <c:dLbl>
              <c:idx val="17"/>
              <c:delete val="1"/>
            </c:dLbl>
            <c:dLbl>
              <c:idx val="18"/>
              <c:delete val="1"/>
            </c:dLbl>
            <c:dLbl>
              <c:idx val="19"/>
              <c:delete val="1"/>
            </c:dLbl>
            <c:dLbl>
              <c:idx val="20"/>
              <c:delete val="1"/>
            </c:dLbl>
            <c:dLbl>
              <c:idx val="21"/>
              <c:delete val="1"/>
            </c:dLbl>
            <c:dLbl>
              <c:idx val="22"/>
              <c:delete val="1"/>
            </c:dLbl>
            <c:dLbl>
              <c:idx val="23"/>
              <c:delete val="1"/>
            </c:dLbl>
            <c:dLbl>
              <c:idx val="24"/>
              <c:delete val="1"/>
            </c:dLbl>
            <c:dLbl>
              <c:idx val="25"/>
              <c:delete val="1"/>
            </c:dLbl>
            <c:dLbl>
              <c:idx val="26"/>
              <c:delete val="1"/>
            </c:dLbl>
            <c:dLbl>
              <c:idx val="27"/>
              <c:delete val="1"/>
            </c:dLbl>
            <c:dLbl>
              <c:idx val="28"/>
              <c:delete val="1"/>
            </c:dLbl>
            <c:dLbl>
              <c:idx val="29"/>
              <c:delete val="1"/>
            </c:dLbl>
            <c:dLbl>
              <c:idx val="30"/>
              <c:delete val="1"/>
            </c:dLbl>
            <c:dLbl>
              <c:idx val="31"/>
              <c:delete val="1"/>
            </c:dLbl>
            <c:dLbl>
              <c:idx val="32"/>
              <c:delete val="1"/>
            </c:dLbl>
            <c:dLbl>
              <c:idx val="33"/>
              <c:delete val="1"/>
            </c:dLbl>
            <c:dLbl>
              <c:idx val="34"/>
              <c:delete val="1"/>
            </c:dLbl>
            <c:dLbl>
              <c:idx val="35"/>
              <c:delete val="1"/>
            </c:dLbl>
            <c:dLbl>
              <c:idx val="36"/>
              <c:delete val="1"/>
            </c:dLbl>
            <c:dLbl>
              <c:idx val="37"/>
              <c:delete val="1"/>
            </c:dLbl>
            <c:dLbl>
              <c:idx val="38"/>
              <c:delete val="1"/>
            </c:dLbl>
            <c:dLbl>
              <c:idx val="39"/>
              <c:delete val="1"/>
            </c:dLbl>
            <c:dLbl>
              <c:idx val="40"/>
              <c:delete val="1"/>
            </c:dLbl>
            <c:dLbl>
              <c:idx val="41"/>
              <c:delete val="1"/>
            </c:dLbl>
            <c:dLbl>
              <c:idx val="42"/>
              <c:delete val="1"/>
            </c:dLbl>
            <c:dLbl>
              <c:idx val="43"/>
              <c:delete val="1"/>
            </c:dLbl>
            <c:dLbl>
              <c:idx val="44"/>
              <c:delete val="1"/>
            </c:dLbl>
            <c:dLbl>
              <c:idx val="45"/>
              <c:delete val="1"/>
            </c:dLbl>
            <c:numFmt formatCode="#,##0" sourceLinked="0"/>
            <c:spPr>
              <a:noFill/>
              <a:ln>
                <a:noFill/>
              </a:ln>
              <a:effectLst/>
            </c:spPr>
            <c:txPr>
              <a:bodyPr rot="0" spcFirstLastPara="0" vertOverflow="ellipsis" vert="horz" wrap="square" lIns="38100" tIns="19050" rIns="38100" bIns="19050" anchor="ctr" anchorCtr="1"/>
              <a:lstStyle/>
              <a:p>
                <a:pPr>
                  <a:defRPr lang="zh-CN" sz="1200" b="0" i="0" u="none" strike="noStrike" kern="1200" baseline="0">
                    <a:solidFill>
                      <a:srgbClr val="000000"/>
                    </a:solidFill>
                    <a:latin typeface="Arial" panose="020B0604020202020204"/>
                    <a:ea typeface="+mn-ea"/>
                    <a:cs typeface="+mn-cs"/>
                  </a:defRPr>
                </a:pPr>
              </a:p>
            </c:txPr>
            <c:dLblPos val="r"/>
            <c:showLegendKey val="0"/>
            <c:showVal val="0"/>
            <c:showCatName val="0"/>
            <c:showSerName val="0"/>
            <c:showPercent val="0"/>
            <c:showBubbleSize val="0"/>
            <c:showLeaderLines val="0"/>
            <c:extLst>
              <c:ext xmlns:c15="http://schemas.microsoft.com/office/drawing/2012/chart" uri="{CE6537A1-D6FC-4f65-9D91-7224C49458BB}">
                <c15:layout/>
                <c15:showLeaderLines val="0"/>
                <c15:leaderLines/>
              </c:ext>
            </c:extLst>
          </c:dLbls>
          <c:cat>
            <c:numRef>
              <c:f>Sheet1!$A$2:$A$47</c:f>
              <c:numCache>
                <c:formatCode>General</c:formatCode>
                <c:ptCount val="46"/>
                <c:pt idx="0">
                  <c:v>-6</c:v>
                </c:pt>
                <c:pt idx="1">
                  <c:v>-5.8</c:v>
                </c:pt>
                <c:pt idx="2">
                  <c:v>-5.6</c:v>
                </c:pt>
                <c:pt idx="3">
                  <c:v>-5.4</c:v>
                </c:pt>
                <c:pt idx="4">
                  <c:v>-5.2</c:v>
                </c:pt>
                <c:pt idx="5">
                  <c:v>-5</c:v>
                </c:pt>
                <c:pt idx="6">
                  <c:v>-4.8</c:v>
                </c:pt>
                <c:pt idx="7">
                  <c:v>-4.6</c:v>
                </c:pt>
                <c:pt idx="8">
                  <c:v>-4.4</c:v>
                </c:pt>
                <c:pt idx="9">
                  <c:v>-4.2</c:v>
                </c:pt>
                <c:pt idx="10">
                  <c:v>-4</c:v>
                </c:pt>
                <c:pt idx="11">
                  <c:v>-3.8</c:v>
                </c:pt>
                <c:pt idx="12">
                  <c:v>-3.6</c:v>
                </c:pt>
                <c:pt idx="13">
                  <c:v>-3.4</c:v>
                </c:pt>
                <c:pt idx="14">
                  <c:v>-3.2</c:v>
                </c:pt>
                <c:pt idx="15">
                  <c:v>-3</c:v>
                </c:pt>
                <c:pt idx="16">
                  <c:v>-2.8</c:v>
                </c:pt>
                <c:pt idx="17">
                  <c:v>-2.6</c:v>
                </c:pt>
                <c:pt idx="18">
                  <c:v>-2.4</c:v>
                </c:pt>
                <c:pt idx="19">
                  <c:v>-2.2</c:v>
                </c:pt>
                <c:pt idx="20">
                  <c:v>-2</c:v>
                </c:pt>
                <c:pt idx="21">
                  <c:v>-1.8</c:v>
                </c:pt>
                <c:pt idx="22">
                  <c:v>-1.6</c:v>
                </c:pt>
                <c:pt idx="23">
                  <c:v>-1.4</c:v>
                </c:pt>
                <c:pt idx="24">
                  <c:v>-1.2</c:v>
                </c:pt>
                <c:pt idx="25">
                  <c:v>-1</c:v>
                </c:pt>
                <c:pt idx="26">
                  <c:v>-0.8</c:v>
                </c:pt>
                <c:pt idx="27">
                  <c:v>-0.6</c:v>
                </c:pt>
                <c:pt idx="28">
                  <c:v>-0.4</c:v>
                </c:pt>
                <c:pt idx="29">
                  <c:v>-0.2</c:v>
                </c:pt>
                <c:pt idx="30">
                  <c:v>0</c:v>
                </c:pt>
                <c:pt idx="31">
                  <c:v>0.2</c:v>
                </c:pt>
                <c:pt idx="32">
                  <c:v>0.4</c:v>
                </c:pt>
                <c:pt idx="33">
                  <c:v>0.6</c:v>
                </c:pt>
                <c:pt idx="34">
                  <c:v>0.8</c:v>
                </c:pt>
                <c:pt idx="35">
                  <c:v>1</c:v>
                </c:pt>
                <c:pt idx="36">
                  <c:v>1.2</c:v>
                </c:pt>
                <c:pt idx="37">
                  <c:v>1.4</c:v>
                </c:pt>
                <c:pt idx="38">
                  <c:v>1.6</c:v>
                </c:pt>
                <c:pt idx="39">
                  <c:v>1.8</c:v>
                </c:pt>
                <c:pt idx="40">
                  <c:v>2</c:v>
                </c:pt>
                <c:pt idx="41">
                  <c:v>2.2</c:v>
                </c:pt>
                <c:pt idx="42">
                  <c:v>2.4</c:v>
                </c:pt>
                <c:pt idx="43">
                  <c:v>2.6</c:v>
                </c:pt>
                <c:pt idx="44">
                  <c:v>2.8</c:v>
                </c:pt>
                <c:pt idx="45">
                  <c:v>3</c:v>
                </c:pt>
              </c:numCache>
            </c:numRef>
          </c:cat>
          <c:val>
            <c:numRef>
              <c:f>Sheet1!$B$2:$B$47</c:f>
              <c:numCache>
                <c:formatCode>General</c:formatCode>
                <c:ptCount val="4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-0.093</c:v>
                </c:pt>
                <c:pt idx="17">
                  <c:v>-0.173</c:v>
                </c:pt>
                <c:pt idx="18">
                  <c:v>-0.24</c:v>
                </c:pt>
                <c:pt idx="19">
                  <c:v>-0.293</c:v>
                </c:pt>
                <c:pt idx="20">
                  <c:v>-0.333</c:v>
                </c:pt>
                <c:pt idx="21">
                  <c:v>-0.36</c:v>
                </c:pt>
                <c:pt idx="22">
                  <c:v>-0.373</c:v>
                </c:pt>
                <c:pt idx="23">
                  <c:v>-0.373</c:v>
                </c:pt>
                <c:pt idx="24">
                  <c:v>-0.36</c:v>
                </c:pt>
                <c:pt idx="25">
                  <c:v>-0.333</c:v>
                </c:pt>
                <c:pt idx="26">
                  <c:v>-0.293</c:v>
                </c:pt>
                <c:pt idx="27">
                  <c:v>-0.24</c:v>
                </c:pt>
                <c:pt idx="28">
                  <c:v>-0.173</c:v>
                </c:pt>
                <c:pt idx="29">
                  <c:v>-0.093</c:v>
                </c:pt>
                <c:pt idx="30">
                  <c:v>0</c:v>
                </c:pt>
                <c:pt idx="31">
                  <c:v>0.107</c:v>
                </c:pt>
                <c:pt idx="32">
                  <c:v>0.227</c:v>
                </c:pt>
                <c:pt idx="33">
                  <c:v>0.36</c:v>
                </c:pt>
                <c:pt idx="34">
                  <c:v>0.507</c:v>
                </c:pt>
                <c:pt idx="35">
                  <c:v>0.667</c:v>
                </c:pt>
                <c:pt idx="36">
                  <c:v>0.84</c:v>
                </c:pt>
                <c:pt idx="37">
                  <c:v>1.027</c:v>
                </c:pt>
                <c:pt idx="38">
                  <c:v>1.227</c:v>
                </c:pt>
                <c:pt idx="39">
                  <c:v>1.44</c:v>
                </c:pt>
                <c:pt idx="40">
                  <c:v>1.667</c:v>
                </c:pt>
                <c:pt idx="41">
                  <c:v>1.907</c:v>
                </c:pt>
                <c:pt idx="42">
                  <c:v>2.16</c:v>
                </c:pt>
                <c:pt idx="43">
                  <c:v>2.427</c:v>
                </c:pt>
                <c:pt idx="44">
                  <c:v>2.707</c:v>
                </c:pt>
                <c:pt idx="45">
                  <c:v>3</c:v>
                </c:pt>
              </c:numCache>
            </c:numRef>
          </c:val>
          <c:smooth val="1"/>
        </c:ser>
        <c:ser>
          <c:idx val="1"/>
          <c:order val="1"/>
          <c:tx>
            <c:strRef>
              <c:f>Sheet1!$C$1</c:f>
              <c:strCache>
                <c:ptCount val="1"/>
                <c:pt idx="0">
                  <c:v>ReLU6(x+3)/6</c:v>
                </c:pt>
              </c:strCache>
            </c:strRef>
          </c:tx>
          <c:spPr>
            <a:ln w="38100" cap="flat" cmpd="sng" algn="ctr">
              <a:solidFill>
                <a:srgbClr val="8E44AD"/>
              </a:solidFill>
              <a:prstDash val="solid"/>
              <a:round/>
            </a:ln>
            <a:effectLst/>
          </c:spPr>
          <c:marker>
            <c:symbol val="circle"/>
            <c:size val="6"/>
            <c:spPr>
              <a:solidFill>
                <a:srgbClr val="8E44AD"/>
              </a:solidFill>
              <a:ln w="9525" cap="flat" cmpd="sng" algn="ctr">
                <a:solidFill>
                  <a:srgbClr val="8E44AD"/>
                </a:solidFill>
                <a:prstDash val="solid"/>
                <a:round/>
              </a:ln>
              <a:effectLst/>
            </c:spPr>
          </c:marker>
          <c:dLbls>
            <c:dLbl>
              <c:idx val="0"/>
              <c:delete val="1"/>
            </c:dLbl>
            <c:dLbl>
              <c:idx val="1"/>
              <c:delete val="1"/>
            </c:dLbl>
            <c:dLbl>
              <c:idx val="2"/>
              <c:delete val="1"/>
            </c:dLbl>
            <c:dLbl>
              <c:idx val="3"/>
              <c:delete val="1"/>
            </c:dLbl>
            <c:dLbl>
              <c:idx val="4"/>
              <c:delete val="1"/>
            </c:dLbl>
            <c:dLbl>
              <c:idx val="5"/>
              <c:delete val="1"/>
            </c:dLbl>
            <c:dLbl>
              <c:idx val="6"/>
              <c:delete val="1"/>
            </c:dLbl>
            <c:dLbl>
              <c:idx val="7"/>
              <c:delete val="1"/>
            </c:dLbl>
            <c:dLbl>
              <c:idx val="8"/>
              <c:delete val="1"/>
            </c:dLbl>
            <c:dLbl>
              <c:idx val="9"/>
              <c:delete val="1"/>
            </c:dLbl>
            <c:dLbl>
              <c:idx val="10"/>
              <c:delete val="1"/>
            </c:dLbl>
            <c:dLbl>
              <c:idx val="11"/>
              <c:delete val="1"/>
            </c:dLbl>
            <c:dLbl>
              <c:idx val="12"/>
              <c:delete val="1"/>
            </c:dLbl>
            <c:dLbl>
              <c:idx val="13"/>
              <c:delete val="1"/>
            </c:dLbl>
            <c:dLbl>
              <c:idx val="14"/>
              <c:delete val="1"/>
            </c:dLbl>
            <c:dLbl>
              <c:idx val="15"/>
              <c:delete val="1"/>
            </c:dLbl>
            <c:dLbl>
              <c:idx val="16"/>
              <c:delete val="1"/>
            </c:dLbl>
            <c:dLbl>
              <c:idx val="17"/>
              <c:delete val="1"/>
            </c:dLbl>
            <c:dLbl>
              <c:idx val="18"/>
              <c:delete val="1"/>
            </c:dLbl>
            <c:dLbl>
              <c:idx val="19"/>
              <c:delete val="1"/>
            </c:dLbl>
            <c:dLbl>
              <c:idx val="20"/>
              <c:delete val="1"/>
            </c:dLbl>
            <c:dLbl>
              <c:idx val="21"/>
              <c:delete val="1"/>
            </c:dLbl>
            <c:dLbl>
              <c:idx val="22"/>
              <c:delete val="1"/>
            </c:dLbl>
            <c:dLbl>
              <c:idx val="23"/>
              <c:delete val="1"/>
            </c:dLbl>
            <c:dLbl>
              <c:idx val="24"/>
              <c:delete val="1"/>
            </c:dLbl>
            <c:dLbl>
              <c:idx val="25"/>
              <c:delete val="1"/>
            </c:dLbl>
            <c:dLbl>
              <c:idx val="26"/>
              <c:delete val="1"/>
            </c:dLbl>
            <c:dLbl>
              <c:idx val="27"/>
              <c:delete val="1"/>
            </c:dLbl>
            <c:dLbl>
              <c:idx val="28"/>
              <c:delete val="1"/>
            </c:dLbl>
            <c:dLbl>
              <c:idx val="29"/>
              <c:delete val="1"/>
            </c:dLbl>
            <c:dLbl>
              <c:idx val="30"/>
              <c:delete val="1"/>
            </c:dLbl>
            <c:dLbl>
              <c:idx val="31"/>
              <c:delete val="1"/>
            </c:dLbl>
            <c:dLbl>
              <c:idx val="32"/>
              <c:delete val="1"/>
            </c:dLbl>
            <c:dLbl>
              <c:idx val="33"/>
              <c:delete val="1"/>
            </c:dLbl>
            <c:dLbl>
              <c:idx val="34"/>
              <c:delete val="1"/>
            </c:dLbl>
            <c:dLbl>
              <c:idx val="35"/>
              <c:delete val="1"/>
            </c:dLbl>
            <c:dLbl>
              <c:idx val="36"/>
              <c:delete val="1"/>
            </c:dLbl>
            <c:dLbl>
              <c:idx val="37"/>
              <c:delete val="1"/>
            </c:dLbl>
            <c:dLbl>
              <c:idx val="38"/>
              <c:delete val="1"/>
            </c:dLbl>
            <c:dLbl>
              <c:idx val="39"/>
              <c:delete val="1"/>
            </c:dLbl>
            <c:dLbl>
              <c:idx val="40"/>
              <c:delete val="1"/>
            </c:dLbl>
            <c:dLbl>
              <c:idx val="41"/>
              <c:delete val="1"/>
            </c:dLbl>
            <c:dLbl>
              <c:idx val="42"/>
              <c:delete val="1"/>
            </c:dLbl>
            <c:dLbl>
              <c:idx val="43"/>
              <c:delete val="1"/>
            </c:dLbl>
            <c:dLbl>
              <c:idx val="44"/>
              <c:delete val="1"/>
            </c:dLbl>
            <c:dLbl>
              <c:idx val="45"/>
              <c:delete val="1"/>
            </c:dLbl>
            <c:numFmt formatCode="#,##0" sourceLinked="0"/>
            <c:spPr>
              <a:noFill/>
              <a:ln>
                <a:noFill/>
              </a:ln>
              <a:effectLst/>
            </c:spPr>
            <c:txPr>
              <a:bodyPr rot="0" spcFirstLastPara="0" vertOverflow="ellipsis" vert="horz" wrap="square" lIns="38100" tIns="19050" rIns="38100" bIns="19050" anchor="ctr" anchorCtr="1"/>
              <a:lstStyle/>
              <a:p>
                <a:pPr>
                  <a:defRPr lang="zh-CN" sz="1200" b="0" i="0" u="none" strike="noStrike" kern="1200" baseline="0">
                    <a:solidFill>
                      <a:srgbClr val="000000"/>
                    </a:solidFill>
                    <a:latin typeface="Arial" panose="020B0604020202020204"/>
                    <a:ea typeface="+mn-ea"/>
                    <a:cs typeface="+mn-cs"/>
                  </a:defRPr>
                </a:pPr>
              </a:p>
            </c:txPr>
            <c:dLblPos val="r"/>
            <c:showLegendKey val="0"/>
            <c:showVal val="0"/>
            <c:showCatName val="0"/>
            <c:showSerName val="0"/>
            <c:showPercent val="0"/>
            <c:showBubbleSize val="0"/>
            <c:showLeaderLines val="0"/>
            <c:extLst>
              <c:ext xmlns:c15="http://schemas.microsoft.com/office/drawing/2012/chart" uri="{CE6537A1-D6FC-4f65-9D91-7224C49458BB}">
                <c15:layout/>
                <c15:showLeaderLines val="0"/>
                <c15:leaderLines/>
              </c:ext>
            </c:extLst>
          </c:dLbls>
          <c:cat>
            <c:numRef>
              <c:f>Sheet1!$A$2:$A$47</c:f>
              <c:numCache>
                <c:formatCode>General</c:formatCode>
                <c:ptCount val="46"/>
                <c:pt idx="0">
                  <c:v>-6</c:v>
                </c:pt>
                <c:pt idx="1">
                  <c:v>-5.8</c:v>
                </c:pt>
                <c:pt idx="2">
                  <c:v>-5.6</c:v>
                </c:pt>
                <c:pt idx="3">
                  <c:v>-5.4</c:v>
                </c:pt>
                <c:pt idx="4">
                  <c:v>-5.2</c:v>
                </c:pt>
                <c:pt idx="5">
                  <c:v>-5</c:v>
                </c:pt>
                <c:pt idx="6">
                  <c:v>-4.8</c:v>
                </c:pt>
                <c:pt idx="7">
                  <c:v>-4.6</c:v>
                </c:pt>
                <c:pt idx="8">
                  <c:v>-4.4</c:v>
                </c:pt>
                <c:pt idx="9">
                  <c:v>-4.2</c:v>
                </c:pt>
                <c:pt idx="10">
                  <c:v>-4</c:v>
                </c:pt>
                <c:pt idx="11">
                  <c:v>-3.8</c:v>
                </c:pt>
                <c:pt idx="12">
                  <c:v>-3.6</c:v>
                </c:pt>
                <c:pt idx="13">
                  <c:v>-3.4</c:v>
                </c:pt>
                <c:pt idx="14">
                  <c:v>-3.2</c:v>
                </c:pt>
                <c:pt idx="15">
                  <c:v>-3</c:v>
                </c:pt>
                <c:pt idx="16">
                  <c:v>-2.8</c:v>
                </c:pt>
                <c:pt idx="17">
                  <c:v>-2.6</c:v>
                </c:pt>
                <c:pt idx="18">
                  <c:v>-2.4</c:v>
                </c:pt>
                <c:pt idx="19">
                  <c:v>-2.2</c:v>
                </c:pt>
                <c:pt idx="20">
                  <c:v>-2</c:v>
                </c:pt>
                <c:pt idx="21">
                  <c:v>-1.8</c:v>
                </c:pt>
                <c:pt idx="22">
                  <c:v>-1.6</c:v>
                </c:pt>
                <c:pt idx="23">
                  <c:v>-1.4</c:v>
                </c:pt>
                <c:pt idx="24">
                  <c:v>-1.2</c:v>
                </c:pt>
                <c:pt idx="25">
                  <c:v>-1</c:v>
                </c:pt>
                <c:pt idx="26">
                  <c:v>-0.8</c:v>
                </c:pt>
                <c:pt idx="27">
                  <c:v>-0.6</c:v>
                </c:pt>
                <c:pt idx="28">
                  <c:v>-0.4</c:v>
                </c:pt>
                <c:pt idx="29">
                  <c:v>-0.2</c:v>
                </c:pt>
                <c:pt idx="30">
                  <c:v>0</c:v>
                </c:pt>
                <c:pt idx="31">
                  <c:v>0.2</c:v>
                </c:pt>
                <c:pt idx="32">
                  <c:v>0.4</c:v>
                </c:pt>
                <c:pt idx="33">
                  <c:v>0.6</c:v>
                </c:pt>
                <c:pt idx="34">
                  <c:v>0.8</c:v>
                </c:pt>
                <c:pt idx="35">
                  <c:v>1</c:v>
                </c:pt>
                <c:pt idx="36">
                  <c:v>1.2</c:v>
                </c:pt>
                <c:pt idx="37">
                  <c:v>1.4</c:v>
                </c:pt>
                <c:pt idx="38">
                  <c:v>1.6</c:v>
                </c:pt>
                <c:pt idx="39">
                  <c:v>1.8</c:v>
                </c:pt>
                <c:pt idx="40">
                  <c:v>2</c:v>
                </c:pt>
                <c:pt idx="41">
                  <c:v>2.2</c:v>
                </c:pt>
                <c:pt idx="42">
                  <c:v>2.4</c:v>
                </c:pt>
                <c:pt idx="43">
                  <c:v>2.6</c:v>
                </c:pt>
                <c:pt idx="44">
                  <c:v>2.8</c:v>
                </c:pt>
                <c:pt idx="45">
                  <c:v>3</c:v>
                </c:pt>
              </c:numCache>
            </c:numRef>
          </c:cat>
          <c:val>
            <c:numRef>
              <c:f>Sheet1!$C$2:$C$47</c:f>
              <c:numCache>
                <c:formatCode>General</c:formatCode>
                <c:ptCount val="4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0.033</c:v>
                </c:pt>
                <c:pt idx="17">
                  <c:v>0.067</c:v>
                </c:pt>
                <c:pt idx="18">
                  <c:v>0.1</c:v>
                </c:pt>
                <c:pt idx="19">
                  <c:v>0.133</c:v>
                </c:pt>
                <c:pt idx="20">
                  <c:v>0.167</c:v>
                </c:pt>
                <c:pt idx="21">
                  <c:v>0.2</c:v>
                </c:pt>
                <c:pt idx="22">
                  <c:v>0.233</c:v>
                </c:pt>
                <c:pt idx="23">
                  <c:v>0.267</c:v>
                </c:pt>
                <c:pt idx="24">
                  <c:v>0.3</c:v>
                </c:pt>
                <c:pt idx="25">
                  <c:v>0.333</c:v>
                </c:pt>
                <c:pt idx="26">
                  <c:v>0.367</c:v>
                </c:pt>
                <c:pt idx="27">
                  <c:v>0.4</c:v>
                </c:pt>
                <c:pt idx="28">
                  <c:v>0.433</c:v>
                </c:pt>
                <c:pt idx="29">
                  <c:v>0.467</c:v>
                </c:pt>
                <c:pt idx="30">
                  <c:v>0.5</c:v>
                </c:pt>
                <c:pt idx="31">
                  <c:v>0.533</c:v>
                </c:pt>
                <c:pt idx="32">
                  <c:v>0.567</c:v>
                </c:pt>
                <c:pt idx="33">
                  <c:v>0.6</c:v>
                </c:pt>
                <c:pt idx="34">
                  <c:v>0.633</c:v>
                </c:pt>
                <c:pt idx="35">
                  <c:v>0.667</c:v>
                </c:pt>
                <c:pt idx="36">
                  <c:v>0.7</c:v>
                </c:pt>
                <c:pt idx="37">
                  <c:v>0.733</c:v>
                </c:pt>
                <c:pt idx="38">
                  <c:v>0.767</c:v>
                </c:pt>
                <c:pt idx="39">
                  <c:v>0.8</c:v>
                </c:pt>
                <c:pt idx="40">
                  <c:v>0.833</c:v>
                </c:pt>
                <c:pt idx="41">
                  <c:v>0.867</c:v>
                </c:pt>
                <c:pt idx="42">
                  <c:v>0.9</c:v>
                </c:pt>
                <c:pt idx="43">
                  <c:v>0.933</c:v>
                </c:pt>
                <c:pt idx="44">
                  <c:v>0.967</c:v>
                </c:pt>
                <c:pt idx="45">
                  <c:v>1</c:v>
                </c:pt>
              </c:numCache>
            </c:numRef>
          </c:val>
          <c:smooth val="1"/>
        </c:ser>
        <c:dLbls>
          <c:showLegendKey val="0"/>
          <c:showVal val="0"/>
          <c:showCatName val="0"/>
          <c:showSerName val="0"/>
          <c:showPercent val="0"/>
          <c:showBubbleSize val="0"/>
        </c:dLbls>
        <c:marker val="1"/>
        <c:smooth val="1"/>
        <c:axId val="2094734554"/>
        <c:axId val="2094734552"/>
      </c:lineChart>
      <c:catAx>
        <c:axId val="2094734554"/>
        <c:scaling>
          <c:orientation val="minMax"/>
        </c:scaling>
        <c:delete val="0"/>
        <c:axPos val="b"/>
        <c:numFmt formatCode="General" sourceLinked="1"/>
        <c:majorTickMark val="out"/>
        <c:minorTickMark val="none"/>
        <c:tickLblPos val="low"/>
        <c:spPr>
          <a:ln w="12700" cap="flat" cmpd="sng" algn="ctr">
            <a:solidFill>
              <a:srgbClr val="888888"/>
            </a:solidFill>
            <a:prstDash val="solid"/>
            <a:round/>
          </a:ln>
        </c:spPr>
        <c:txPr>
          <a:bodyPr rot="-60000000" spcFirstLastPara="0" vertOverflow="ellipsis" vert="horz" wrap="square" anchor="ctr" anchorCtr="1"/>
          <a:lstStyle/>
          <a:p>
            <a:pPr>
              <a:defRPr lang="zh-CN" sz="1200" b="0" i="0" u="none" strike="noStrike" kern="1200" baseline="0">
                <a:solidFill>
                  <a:srgbClr val="000000"/>
                </a:solidFill>
                <a:latin typeface="Arial" panose="020B0604020202020204"/>
                <a:ea typeface="+mn-ea"/>
                <a:cs typeface="+mn-cs"/>
              </a:defRPr>
            </a:pPr>
          </a:p>
        </c:txPr>
        <c:crossAx val="2094734552"/>
        <c:crosses val="autoZero"/>
        <c:auto val="1"/>
        <c:lblAlgn val="ctr"/>
        <c:lblOffset val="100"/>
        <c:noMultiLvlLbl val="1"/>
      </c:catAx>
      <c:valAx>
        <c:axId val="2094734552"/>
        <c:scaling>
          <c:orientation val="minMax"/>
        </c:scaling>
        <c:delete val="0"/>
        <c:axPos val="l"/>
        <c:majorGridlines>
          <c:spPr>
            <a:ln w="12700" cap="flat" cmpd="sng" algn="ctr">
              <a:solidFill>
                <a:srgbClr val="888888"/>
              </a:solidFill>
              <a:prstDash val="solid"/>
              <a:round/>
            </a:ln>
          </c:spPr>
        </c:majorGridlines>
        <c:numFmt formatCode="General" sourceLinked="0"/>
        <c:majorTickMark val="out"/>
        <c:minorTickMark val="none"/>
        <c:tickLblPos val="nextTo"/>
        <c:spPr>
          <a:ln w="12700" cap="flat" cmpd="sng" algn="ctr">
            <a:solidFill>
              <a:srgbClr val="888888"/>
            </a:solidFill>
            <a:prstDash val="solid"/>
            <a:round/>
          </a:ln>
        </c:spPr>
        <c:txPr>
          <a:bodyPr rot="-60000000" spcFirstLastPara="0" vertOverflow="ellipsis" vert="horz" wrap="square" anchor="ctr" anchorCtr="1"/>
          <a:lstStyle/>
          <a:p>
            <a:pPr>
              <a:defRPr lang="zh-CN" sz="1200" b="0" i="0" u="none" strike="noStrike" kern="1200" baseline="0">
                <a:solidFill>
                  <a:srgbClr val="000000"/>
                </a:solidFill>
                <a:latin typeface="Arial" panose="020B0604020202020204"/>
                <a:ea typeface="+mn-ea"/>
                <a:cs typeface="+mn-cs"/>
              </a:defRPr>
            </a:pPr>
          </a:p>
        </c:txPr>
        <c:crossAx val="2094734554"/>
        <c:crosses val="autoZero"/>
        <c:crossBetween val="between"/>
      </c:valAx>
      <c:spPr>
        <a:noFill/>
        <a:ln>
          <a:noFill/>
        </a:ln>
        <a:effectLst/>
      </c:spPr>
    </c:plotArea>
    <c:legend>
      <c:legendPos val="b"/>
      <c:layout/>
      <c:overlay val="0"/>
      <c:txPr>
        <a:bodyPr rot="0" spcFirstLastPara="0" vertOverflow="ellipsis" vert="horz" wrap="square" anchor="ctr" anchorCtr="1"/>
        <a:lstStyle/>
        <a:p>
          <a:pPr>
            <a:defRPr lang="zh-CN" sz="1000" b="0" i="0" u="none" strike="noStrike" kern="1200" baseline="0">
              <a:solidFill>
                <a:schemeClr val="tx1"/>
              </a:solidFill>
              <a:latin typeface="+mn-lt"/>
              <a:ea typeface="+mn-ea"/>
              <a:cs typeface="+mn-cs"/>
            </a:defRPr>
          </a:pPr>
        </a:p>
      </c:txPr>
    </c:legend>
    <c:plotVisOnly val="1"/>
    <c:dispBlanksAs val="span"/>
    <c:showDLblsOverMax val="0"/>
    <c:extLst>
      <c:ext uri="{0b15fc19-7d7d-44ad-8c2d-2c3a37ce22c3}">
        <chartProps xmlns="https://web.wps.cn/et/2018/main" chartId="{78cde8d0-d2b2-4487-a3df-40fbbe45077f}"/>
      </c:ext>
    </c:extLst>
  </c:chart>
  <c:spPr>
    <a:noFill/>
    <a:ln>
      <a:noFill/>
    </a:ln>
    <a:effectLst/>
  </c:spPr>
  <c:txPr>
    <a:bodyPr/>
    <a:lstStyle/>
    <a:p>
      <a:pPr>
        <a:defRPr lang="zh-CN"/>
      </a:pPr>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6435"/>
          </a:xfrm>
          <a:prstGeom prst="rect">
            <a:avLst/>
          </a:prstGeom>
        </p:spPr>
        <p:txBody>
          <a:bodyPr vert="horz" lIns="91440" tIns="45720" rIns="91440" bIns="45720" rtlCol="0"/>
          <a:lstStyle>
            <a:lvl1pPr algn="l">
              <a:defRPr sz="1200"/>
            </a:lvl1pPr>
          </a:lstStyle>
          <a:p>
            <a:endParaRPr lang="en-US" dirty="0">
              <a:latin typeface="Huawei Sans" panose="020C0503030203020204" pitchFamily="34" charset="0"/>
            </a:endParaRPr>
          </a:p>
        </p:txBody>
      </p:sp>
      <p:sp>
        <p:nvSpPr>
          <p:cNvPr id="3" name="Date Placeholder 2"/>
          <p:cNvSpPr>
            <a:spLocks noGrp="1"/>
          </p:cNvSpPr>
          <p:nvPr>
            <p:ph type="dt" sz="quarter" idx="1"/>
          </p:nvPr>
        </p:nvSpPr>
        <p:spPr>
          <a:xfrm>
            <a:off x="3970938" y="0"/>
            <a:ext cx="3037840" cy="466435"/>
          </a:xfrm>
          <a:prstGeom prst="rect">
            <a:avLst/>
          </a:prstGeom>
        </p:spPr>
        <p:txBody>
          <a:bodyPr vert="horz" lIns="91440" tIns="45720" rIns="91440" bIns="45720" rtlCol="0"/>
          <a:lstStyle>
            <a:lvl1pPr algn="r">
              <a:defRPr sz="1200"/>
            </a:lvl1pPr>
          </a:lstStyle>
          <a:p>
            <a:fld id="{E8CF71B8-DF2A-2E41-BE66-2E18A767DA8A}" type="datetimeFigureOut">
              <a:rPr lang="en-US" smtClean="0">
                <a:latin typeface="Huawei Sans" panose="020C0503030203020204" pitchFamily="34" charset="0"/>
              </a:rPr>
            </a:fld>
            <a:endParaRPr lang="en-US" dirty="0">
              <a:latin typeface="Huawei Sans" panose="020C0503030203020204" pitchFamily="34" charset="0"/>
            </a:endParaRPr>
          </a:p>
        </p:txBody>
      </p:sp>
      <p:sp>
        <p:nvSpPr>
          <p:cNvPr id="4" name="Footer Placeholder 3"/>
          <p:cNvSpPr>
            <a:spLocks noGrp="1"/>
          </p:cNvSpPr>
          <p:nvPr>
            <p:ph type="ftr" sz="quarter" idx="2"/>
          </p:nvPr>
        </p:nvSpPr>
        <p:spPr>
          <a:xfrm>
            <a:off x="0" y="8829968"/>
            <a:ext cx="3037840" cy="466434"/>
          </a:xfrm>
          <a:prstGeom prst="rect">
            <a:avLst/>
          </a:prstGeom>
        </p:spPr>
        <p:txBody>
          <a:bodyPr vert="horz" lIns="91440" tIns="45720" rIns="91440" bIns="45720" rtlCol="0" anchor="b"/>
          <a:lstStyle>
            <a:lvl1pPr algn="l">
              <a:defRPr sz="1200"/>
            </a:lvl1pPr>
          </a:lstStyle>
          <a:p>
            <a:endParaRPr lang="en-US" dirty="0">
              <a:latin typeface="Huawei Sans" panose="020C0503030203020204" pitchFamily="34" charset="0"/>
            </a:endParaRPr>
          </a:p>
        </p:txBody>
      </p:sp>
      <p:sp>
        <p:nvSpPr>
          <p:cNvPr id="5" name="Slide Number Placeholder 4"/>
          <p:cNvSpPr>
            <a:spLocks noGrp="1"/>
          </p:cNvSpPr>
          <p:nvPr>
            <p:ph type="sldNum" sz="quarter" idx="3"/>
          </p:nvPr>
        </p:nvSpPr>
        <p:spPr>
          <a:xfrm>
            <a:off x="3970938" y="8829968"/>
            <a:ext cx="3037840" cy="466434"/>
          </a:xfrm>
          <a:prstGeom prst="rect">
            <a:avLst/>
          </a:prstGeom>
        </p:spPr>
        <p:txBody>
          <a:bodyPr vert="horz" lIns="91440" tIns="45720" rIns="91440" bIns="45720" rtlCol="0" anchor="b"/>
          <a:lstStyle>
            <a:lvl1pPr algn="r">
              <a:defRPr sz="1200"/>
            </a:lvl1pPr>
          </a:lstStyle>
          <a:p>
            <a:fld id="{A35F0CC5-85BE-A64A-BD47-54C66F7E93E3}" type="slidenum">
              <a:rPr lang="en-US" smtClean="0">
                <a:latin typeface="Huawei Sans" panose="020C0503030203020204" pitchFamily="34" charset="0"/>
              </a:rPr>
            </a:fld>
            <a:endParaRPr lang="en-US" dirty="0">
              <a:latin typeface="Huawei Sans" panose="020C0503030203020204" pitchFamily="34" charset="0"/>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731838" y="717550"/>
            <a:ext cx="5580062" cy="3125788"/>
          </a:xfrm>
          <a:prstGeom prst="rect">
            <a:avLst/>
          </a:prstGeom>
          <a:noFill/>
          <a:ln w="12700">
            <a:solidFill>
              <a:prstClr val="black"/>
            </a:solidFill>
          </a:ln>
        </p:spPr>
        <p:txBody>
          <a:bodyPr vert="horz" lIns="91440" tIns="45720" rIns="91440" bIns="45720" rtlCol="0" anchor="ctr"/>
          <a:lstStyle/>
          <a:p>
            <a:pPr marL="0" lvl="0"/>
            <a:endParaRPr lang="en-US"/>
          </a:p>
        </p:txBody>
      </p:sp>
      <p:sp>
        <p:nvSpPr>
          <p:cNvPr id="5" name="Notes Placeholder 4"/>
          <p:cNvSpPr>
            <a:spLocks noGrp="1"/>
          </p:cNvSpPr>
          <p:nvPr>
            <p:ph type="body" sz="quarter" idx="3"/>
          </p:nvPr>
        </p:nvSpPr>
        <p:spPr>
          <a:xfrm>
            <a:off x="731838" y="4310765"/>
            <a:ext cx="5580062" cy="4784070"/>
          </a:xfrm>
          <a:prstGeom prst="rect">
            <a:avLst/>
          </a:prstGeom>
        </p:spPr>
        <p:txBody>
          <a:bodyPr vert="horz" lIns="97200" tIns="45720" rIns="97200" bIns="45720" rtlCol="0"/>
          <a:lstStyle/>
          <a:p>
            <a:pPr lvl="0"/>
            <a:r>
              <a:rPr lang="en-US" dirty="0"/>
              <a:t>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Tree>
  </p:cSld>
  <p:clrMap bg1="lt1" tx1="dk1" bg2="lt2" tx2="dk2" accent1="accent1" accent2="accent2" accent3="accent3" accent4="accent4" accent5="accent5" accent6="accent6" hlink="hlink" folHlink="folHlink"/>
  <p:notesStyle>
    <a:lvl1pPr marL="179705" indent="-179705" algn="l" defTabSz="1219200" rtl="0" eaLnBrk="1" fontAlgn="ctr" latinLnBrk="0" hangingPunct="1">
      <a:lnSpc>
        <a:spcPct val="125000"/>
      </a:lnSpc>
      <a:spcAft>
        <a:spcPts val="600"/>
      </a:spcAft>
      <a:buFont typeface="Huawei Sans" panose="020C0503030203020204" pitchFamily="34" charset="0"/>
      <a:buChar char="•"/>
      <a:defRPr lang="en-US" sz="1100" kern="1200" baseline="0">
        <a:solidFill>
          <a:schemeClr val="tx1"/>
        </a:solidFill>
        <a:latin typeface="Huawei Sans" panose="020C0503030203020204" pitchFamily="34" charset="0"/>
        <a:ea typeface="方正兰亭黑简体" panose="02000000000000000000" pitchFamily="2" charset="-122"/>
        <a:cs typeface="+mn-cs"/>
      </a:defRPr>
    </a:lvl1pPr>
    <a:lvl2pPr marL="539750" indent="-179705" algn="l" defTabSz="1219200" rtl="0" eaLnBrk="1" fontAlgn="ctr" latinLnBrk="0" hangingPunct="1">
      <a:lnSpc>
        <a:spcPct val="125000"/>
      </a:lnSpc>
      <a:spcAft>
        <a:spcPts val="600"/>
      </a:spcAft>
      <a:buClrTx/>
      <a:buFont typeface="Huawei Sans" panose="020C0503030203020204" pitchFamily="34" charset="0"/>
      <a:buChar char="▫"/>
      <a:defRPr sz="1100" kern="1200" baseline="0">
        <a:solidFill>
          <a:schemeClr val="tx1"/>
        </a:solidFill>
        <a:latin typeface="Huawei Sans" panose="020C0503030203020204" pitchFamily="34" charset="0"/>
        <a:ea typeface="方正兰亭黑简体" panose="02000000000000000000" pitchFamily="2" charset="-122"/>
        <a:cs typeface="+mn-cs"/>
      </a:defRPr>
    </a:lvl2pPr>
    <a:lvl3pPr marL="899795" indent="-179705" algn="l" defTabSz="1219200" rtl="0" eaLnBrk="1" fontAlgn="ctr" latinLnBrk="0" hangingPunct="1">
      <a:lnSpc>
        <a:spcPct val="125000"/>
      </a:lnSpc>
      <a:spcAft>
        <a:spcPts val="600"/>
      </a:spcAft>
      <a:buFont typeface="微软雅黑" panose="020B0503020204020204" pitchFamily="34" charset="-122"/>
      <a:buChar char="▪"/>
      <a:defRPr sz="1100" kern="1200" baseline="0">
        <a:solidFill>
          <a:schemeClr val="tx1"/>
        </a:solidFill>
        <a:latin typeface="Huawei Sans" panose="020C0503030203020204" pitchFamily="34" charset="0"/>
        <a:ea typeface="方正兰亭黑简体" panose="02000000000000000000" pitchFamily="2" charset="-122"/>
        <a:cs typeface="+mn-cs"/>
      </a:defRPr>
    </a:lvl3pPr>
    <a:lvl4pPr marL="1259840" indent="-179705" algn="l" defTabSz="1219200" rtl="0" eaLnBrk="1" fontAlgn="ctr" latinLnBrk="0" hangingPunct="1">
      <a:lnSpc>
        <a:spcPct val="125000"/>
      </a:lnSpc>
      <a:spcAft>
        <a:spcPts val="600"/>
      </a:spcAft>
      <a:buFont typeface="Huawei Sans" panose="020C0503030203020204" pitchFamily="34" charset="0"/>
      <a:buChar char="−"/>
      <a:defRPr sz="1100" kern="1200" baseline="0">
        <a:solidFill>
          <a:schemeClr val="tx1"/>
        </a:solidFill>
        <a:latin typeface="Huawei Sans" panose="020C0503030203020204" pitchFamily="34" charset="0"/>
        <a:ea typeface="方正兰亭黑简体" panose="02000000000000000000" pitchFamily="2" charset="-122"/>
        <a:cs typeface="+mn-cs"/>
      </a:defRPr>
    </a:lvl4pPr>
    <a:lvl5pPr marL="1619885" indent="-179705" algn="l" defTabSz="1219200" rtl="0" eaLnBrk="1" fontAlgn="ctr" latinLnBrk="0" hangingPunct="1">
      <a:lnSpc>
        <a:spcPct val="125000"/>
      </a:lnSpc>
      <a:spcAft>
        <a:spcPts val="600"/>
      </a:spcAft>
      <a:buFont typeface="Huawei Sans" panose="020C0503030203020204" pitchFamily="34" charset="0"/>
      <a:buChar char="~"/>
      <a:defRPr sz="1100" kern="1200" baseline="0">
        <a:solidFill>
          <a:schemeClr val="tx1"/>
        </a:solidFill>
        <a:latin typeface="Huawei Sans" panose="020C0503030203020204" pitchFamily="34" charset="0"/>
        <a:ea typeface="方正兰亭黑简体" panose="02000000000000000000" pitchFamily="2" charset="-122"/>
        <a:cs typeface="+mn-cs"/>
      </a:defRPr>
    </a:lvl5pPr>
    <a:lvl6pPr marL="3048000" algn="l" defTabSz="1219200" rtl="0" eaLnBrk="1" latinLnBrk="0" hangingPunct="1">
      <a:defRPr sz="1600" kern="1200">
        <a:solidFill>
          <a:schemeClr val="tx1"/>
        </a:solidFill>
        <a:latin typeface="+mn-lt"/>
        <a:ea typeface="+mn-ea"/>
        <a:cs typeface="+mn-cs"/>
      </a:defRPr>
    </a:lvl6pPr>
    <a:lvl7pPr marL="3657600" algn="l" defTabSz="1219200" rtl="0" eaLnBrk="1" latinLnBrk="0" hangingPunct="1">
      <a:defRPr sz="1600" kern="1200">
        <a:solidFill>
          <a:schemeClr val="tx1"/>
        </a:solidFill>
        <a:latin typeface="+mn-lt"/>
        <a:ea typeface="+mn-ea"/>
        <a:cs typeface="+mn-cs"/>
      </a:defRPr>
    </a:lvl7pPr>
    <a:lvl8pPr marL="4267835" algn="l" defTabSz="1219200" rtl="0" eaLnBrk="1" latinLnBrk="0" hangingPunct="1">
      <a:defRPr sz="1600" kern="1200">
        <a:solidFill>
          <a:schemeClr val="tx1"/>
        </a:solidFill>
        <a:latin typeface="+mn-lt"/>
        <a:ea typeface="+mn-ea"/>
        <a:cs typeface="+mn-cs"/>
      </a:defRPr>
    </a:lvl8pPr>
    <a:lvl9pPr marL="4877435" algn="l" defTabSz="121920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42950" y="717550"/>
            <a:ext cx="5557838" cy="3125788"/>
          </a:xfrm>
        </p:spPr>
      </p:sp>
      <p:sp>
        <p:nvSpPr>
          <p:cNvPr id="3" name="Notes Placeholder 2"/>
          <p:cNvSpPr>
            <a:spLocks noGrp="1"/>
          </p:cNvSpPr>
          <p:nvPr>
            <p:ph type="body" idx="1"/>
          </p:nvPr>
        </p:nvSpPr>
        <p:spPr/>
        <p:txBody>
          <a:bodyPr/>
          <a:lstStyle/>
          <a:p>
            <a:r>
              <a:rPr lang="zh-CN" altLang="en-US" dirty="0"/>
              <a:t>添加页码</a:t>
            </a:r>
            <a:endParaRPr lang="en-US" dirty="0"/>
          </a:p>
        </p:txBody>
      </p:sp>
      <p:sp>
        <p:nvSpPr>
          <p:cNvPr id="4" name="Slide Number Placeholder 3"/>
          <p:cNvSpPr>
            <a:spLocks noGrp="1"/>
          </p:cNvSpPr>
          <p:nvPr>
            <p:ph type="sldNum" sz="quarter" idx="10"/>
          </p:nvPr>
        </p:nvSpPr>
        <p:spPr/>
        <p:txBody>
          <a:bodyPr/>
          <a:lstStyle/>
          <a:p>
            <a:fld id="{F07326F3-4732-B74B-9C70-D0992466E499}" type="slidenum">
              <a:rPr lang="en-US" smtClean="0">
                <a:latin typeface="Arial" panose="020B0604020202020204" pitchFamily="34" charset="0"/>
                <a:ea typeface="微软雅黑" panose="020B0503020204020204" pitchFamily="34" charset="-122"/>
              </a:rPr>
            </a:fld>
            <a:endParaRPr lang="en-US">
              <a:latin typeface="Arial" panose="020B0604020202020204" pitchFamily="34" charset="0"/>
              <a:ea typeface="微软雅黑" panose="020B0503020204020204" pitchFamily="34"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幻灯片图像占位符 5"/>
          <p:cNvSpPr>
            <a:spLocks noGrp="1" noRot="1" noChangeAspect="1"/>
          </p:cNvSpPr>
          <p:nvPr>
            <p:ph type="sldImg"/>
          </p:nvPr>
        </p:nvSpPr>
        <p:spPr>
          <a:xfrm>
            <a:off x="742950" y="717550"/>
            <a:ext cx="5557838" cy="3125788"/>
          </a:xfrm>
        </p:spPr>
      </p:sp>
      <p:sp>
        <p:nvSpPr>
          <p:cNvPr id="7" name="备注占位符 6"/>
          <p:cNvSpPr>
            <a:spLocks noGrp="1"/>
          </p:cNvSpPr>
          <p:nvPr>
            <p:ph type="body" idx="1"/>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幻灯片图像占位符 5"/>
          <p:cNvSpPr>
            <a:spLocks noGrp="1" noRot="1" noChangeAspect="1"/>
          </p:cNvSpPr>
          <p:nvPr>
            <p:ph type="sldImg"/>
          </p:nvPr>
        </p:nvSpPr>
        <p:spPr>
          <a:xfrm>
            <a:off x="742950" y="717550"/>
            <a:ext cx="5557838" cy="3125788"/>
          </a:xfrm>
        </p:spPr>
      </p:sp>
      <p:sp>
        <p:nvSpPr>
          <p:cNvPr id="7" name="备注占位符 6"/>
          <p:cNvSpPr>
            <a:spLocks noGrp="1"/>
          </p:cNvSpPr>
          <p:nvPr>
            <p:ph type="body" idx="1"/>
          </p:nvPr>
        </p:nvSpPr>
        <p:spPr/>
        <p:txBody>
          <a:bodyPr/>
          <a:lstStyle/>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幻灯片图像占位符 5"/>
          <p:cNvSpPr>
            <a:spLocks noGrp="1" noRot="1" noChangeAspect="1"/>
          </p:cNvSpPr>
          <p:nvPr>
            <p:ph type="sldImg"/>
          </p:nvPr>
        </p:nvSpPr>
        <p:spPr>
          <a:xfrm>
            <a:off x="742950" y="717550"/>
            <a:ext cx="5557838" cy="3125788"/>
          </a:xfrm>
        </p:spPr>
      </p:sp>
      <p:sp>
        <p:nvSpPr>
          <p:cNvPr id="7" name="备注占位符 6"/>
          <p:cNvSpPr>
            <a:spLocks noGrp="1"/>
          </p:cNvSpPr>
          <p:nvPr>
            <p:ph type="body" idx="1"/>
          </p:nvPr>
        </p:nvSpPr>
        <p:spPr/>
        <p:txBody>
          <a:bodyPr/>
          <a:lstStyle/>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幻灯片图像占位符 5"/>
          <p:cNvSpPr>
            <a:spLocks noGrp="1" noRot="1" noChangeAspect="1"/>
          </p:cNvSpPr>
          <p:nvPr>
            <p:ph type="sldImg"/>
          </p:nvPr>
        </p:nvSpPr>
        <p:spPr>
          <a:xfrm>
            <a:off x="742950" y="717550"/>
            <a:ext cx="5557838" cy="3125788"/>
          </a:xfrm>
        </p:spPr>
      </p:sp>
      <p:sp>
        <p:nvSpPr>
          <p:cNvPr id="7" name="备注占位符 6"/>
          <p:cNvSpPr>
            <a:spLocks noGrp="1"/>
          </p:cNvSpPr>
          <p:nvPr>
            <p:ph type="body" idx="1"/>
          </p:nvPr>
        </p:nvSpPr>
        <p:spPr/>
        <p:txBody>
          <a:bodyPr/>
          <a:lstStyle/>
          <a:p>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幻灯片图像占位符 5"/>
          <p:cNvSpPr>
            <a:spLocks noGrp="1" noRot="1" noChangeAspect="1"/>
          </p:cNvSpPr>
          <p:nvPr>
            <p:ph type="sldImg"/>
          </p:nvPr>
        </p:nvSpPr>
        <p:spPr>
          <a:xfrm>
            <a:off x="742950" y="717550"/>
            <a:ext cx="5557838" cy="3125788"/>
          </a:xfrm>
        </p:spPr>
      </p:sp>
      <p:sp>
        <p:nvSpPr>
          <p:cNvPr id="7" name="备注占位符 6"/>
          <p:cNvSpPr>
            <a:spLocks noGrp="1"/>
          </p:cNvSpPr>
          <p:nvPr>
            <p:ph type="body" idx="1"/>
          </p:nvPr>
        </p:nvSpPr>
        <p:spPr/>
        <p:txBody>
          <a:bodyPr/>
          <a:lstStyle/>
          <a:p>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幻灯片图像占位符 5"/>
          <p:cNvSpPr>
            <a:spLocks noGrp="1" noRot="1" noChangeAspect="1"/>
          </p:cNvSpPr>
          <p:nvPr>
            <p:ph type="sldImg"/>
          </p:nvPr>
        </p:nvSpPr>
        <p:spPr>
          <a:xfrm>
            <a:off x="742950" y="717550"/>
            <a:ext cx="5557838" cy="3125788"/>
          </a:xfrm>
        </p:spPr>
      </p:sp>
      <p:sp>
        <p:nvSpPr>
          <p:cNvPr id="7" name="备注占位符 6"/>
          <p:cNvSpPr>
            <a:spLocks noGrp="1"/>
          </p:cNvSpPr>
          <p:nvPr>
            <p:ph type="body" idx="1"/>
          </p:nvPr>
        </p:nvSpPr>
        <p:spPr/>
        <p:txBody>
          <a:bodyPr/>
          <a:lstStyle/>
          <a:p>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攀登">
    <p:bg>
      <p:bgPr>
        <a:solidFill>
          <a:srgbClr val="FFFFFF"/>
        </a:solidFill>
        <a:effectLst/>
      </p:bgPr>
    </p:bg>
    <p:spTree>
      <p:nvGrpSpPr>
        <p:cNvPr id="1" name=""/>
        <p:cNvGrpSpPr/>
        <p:nvPr/>
      </p:nvGrpSpPr>
      <p:grpSpPr>
        <a:xfrm>
          <a:off x="0" y="0"/>
          <a:ext cx="0" cy="0"/>
          <a:chOff x="0" y="0"/>
          <a:chExt cx="0" cy="0"/>
        </a:xfrm>
      </p:grpSpPr>
      <p:pic>
        <p:nvPicPr>
          <p:cNvPr id="3" name="图片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380" y="0"/>
            <a:ext cx="12187239" cy="6858000"/>
          </a:xfrm>
          <a:prstGeom prst="rect">
            <a:avLst/>
          </a:prstGeom>
        </p:spPr>
      </p:pic>
      <p:pic>
        <p:nvPicPr>
          <p:cNvPr id="7" name="图片 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65817" y="562718"/>
            <a:ext cx="1068804" cy="1025944"/>
          </a:xfrm>
          <a:prstGeom prst="rect">
            <a:avLst/>
          </a:prstGeom>
        </p:spPr>
      </p:pic>
      <p:pic>
        <p:nvPicPr>
          <p:cNvPr id="10" name="图片 9"/>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665817" y="562718"/>
            <a:ext cx="1067056" cy="1026710"/>
          </a:xfrm>
          <a:prstGeom prst="rect">
            <a:avLst/>
          </a:prstGeom>
          <a:noFill/>
          <a:ln>
            <a:noFill/>
          </a:ln>
        </p:spPr>
      </p:pic>
      <p:sp>
        <p:nvSpPr>
          <p:cNvPr id="5" name="Title 1"/>
          <p:cNvSpPr>
            <a:spLocks noGrp="1"/>
          </p:cNvSpPr>
          <p:nvPr>
            <p:ph type="ctrTitle" hasCustomPrompt="1"/>
          </p:nvPr>
        </p:nvSpPr>
        <p:spPr>
          <a:xfrm>
            <a:off x="665818" y="2738746"/>
            <a:ext cx="6557247" cy="690255"/>
          </a:xfrm>
          <a:prstGeom prst="rect">
            <a:avLst/>
          </a:prstGeom>
          <a:ln>
            <a:noFill/>
            <a:prstDash val="dash"/>
          </a:ln>
        </p:spPr>
        <p:txBody>
          <a:bodyPr lIns="0" tIns="0" rIns="0" bIns="0" anchor="t">
            <a:normAutofit/>
          </a:bodyPr>
          <a:lstStyle>
            <a:lvl1pPr algn="l">
              <a:lnSpc>
                <a:spcPct val="100000"/>
              </a:lnSpc>
              <a:defRPr sz="4800" b="0" i="0">
                <a:solidFill>
                  <a:schemeClr val="tx1"/>
                </a:solidFill>
                <a:latin typeface="微软雅黑" panose="020B0503020204020204" pitchFamily="34" charset="-122"/>
                <a:ea typeface="微软雅黑" panose="020B0503020204020204" pitchFamily="34" charset="-122"/>
              </a:defRPr>
            </a:lvl1pPr>
          </a:lstStyle>
          <a:p>
            <a:r>
              <a:rPr lang="zh-CN" altLang="en-US" dirty="0"/>
              <a:t>单击此处添加标题</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1#修订记录">
    <p:spTree>
      <p:nvGrpSpPr>
        <p:cNvPr id="1" name=""/>
        <p:cNvGrpSpPr/>
        <p:nvPr/>
      </p:nvGrpSpPr>
      <p:grpSpPr>
        <a:xfrm>
          <a:off x="0" y="0"/>
          <a:ext cx="0" cy="0"/>
          <a:chOff x="0" y="0"/>
          <a:chExt cx="0" cy="0"/>
        </a:xfrm>
      </p:grpSpPr>
      <p:graphicFrame>
        <p:nvGraphicFramePr>
          <p:cNvPr id="3" name="Group 3"/>
          <p:cNvGraphicFramePr>
            <a:graphicFrameLocks noGrp="1"/>
          </p:cNvGraphicFramePr>
          <p:nvPr userDrawn="1"/>
        </p:nvGraphicFramePr>
        <p:xfrm>
          <a:off x="1007140" y="1398424"/>
          <a:ext cx="10194260" cy="1082675"/>
        </p:xfrm>
        <a:graphic>
          <a:graphicData uri="http://schemas.openxmlformats.org/drawingml/2006/table">
            <a:tbl>
              <a:tblPr/>
              <a:tblGrid>
                <a:gridCol w="3119031"/>
                <a:gridCol w="1967450"/>
                <a:gridCol w="3023155"/>
                <a:gridCol w="2084624"/>
              </a:tblGrid>
              <a:tr h="5778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课程编码</a:t>
                      </a:r>
                      <a:endPar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2659" marR="102659" marT="40053" marB="4005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适用产品</a:t>
                      </a:r>
                      <a:endPar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2659" marR="10265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产品版本</a:t>
                      </a:r>
                      <a:endPar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2659" marR="10265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课程版本</a:t>
                      </a:r>
                      <a:endParaRPr kumimoji="1" lang="en-US" altLang="zh-CN"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2659" marR="102659" marT="40053" marB="40053"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04825">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4" name="Group 21"/>
          <p:cNvGraphicFramePr>
            <a:graphicFrameLocks noGrp="1"/>
          </p:cNvGraphicFramePr>
          <p:nvPr userDrawn="1"/>
        </p:nvGraphicFramePr>
        <p:xfrm>
          <a:off x="1007140" y="2920836"/>
          <a:ext cx="10177327" cy="2549525"/>
        </p:xfrm>
        <a:graphic>
          <a:graphicData uri="http://schemas.openxmlformats.org/drawingml/2006/table">
            <a:tbl>
              <a:tblPr/>
              <a:tblGrid>
                <a:gridCol w="3119030"/>
                <a:gridCol w="1967450"/>
                <a:gridCol w="3023155"/>
                <a:gridCol w="2067692"/>
              </a:tblGrid>
              <a:tr h="5778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作者</a:t>
                      </a:r>
                      <a:r>
                        <a:rPr kumimoji="1" lang="en-US" altLang="zh-CN"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a:t>
                      </a: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工号</a:t>
                      </a:r>
                      <a:endPar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2659" marR="102659" marT="40053" marB="4005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时间</a:t>
                      </a:r>
                      <a:endPar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2659" marR="10265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审核人</a:t>
                      </a:r>
                      <a:r>
                        <a:rPr kumimoji="1" lang="en-US" altLang="zh-CN"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a:t>
                      </a: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工号</a:t>
                      </a:r>
                      <a:endPar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2659" marR="10265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r>
                        <a:rPr kumimoji="1" lang="zh-CN" altLang="zh-CN"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新开发/优化</a:t>
                      </a:r>
                      <a:endPar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2659" marR="102659" marT="40053" marB="40053"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04825">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endParaRPr kumimoji="0" lang="zh-CN" altLang="zh-CN" sz="16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5" name="文本占位符 7"/>
          <p:cNvSpPr>
            <a:spLocks noGrp="1"/>
          </p:cNvSpPr>
          <p:nvPr>
            <p:ph type="body" sz="quarter" idx="17" hasCustomPrompt="1"/>
          </p:nvPr>
        </p:nvSpPr>
        <p:spPr>
          <a:xfrm>
            <a:off x="1007139" y="1969626"/>
            <a:ext cx="3119030" cy="504887"/>
          </a:xfrm>
          <a:prstGeom prst="rect">
            <a:avLst/>
          </a:prstGeom>
        </p:spPr>
        <p:txBody>
          <a:bodyPr anchor="ctr"/>
          <a:lstStyle>
            <a:lvl1pPr algn="ctr" fontAlgn="base">
              <a:lnSpc>
                <a:spcPct val="100000"/>
              </a:lnSpc>
              <a:buNone/>
              <a:defRPr sz="1600"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课程编码</a:t>
            </a:r>
            <a:endParaRPr lang="zh-CN" altLang="en-US" dirty="0"/>
          </a:p>
        </p:txBody>
      </p:sp>
      <p:sp>
        <p:nvSpPr>
          <p:cNvPr id="6" name="文本占位符 7"/>
          <p:cNvSpPr>
            <a:spLocks noGrp="1"/>
          </p:cNvSpPr>
          <p:nvPr>
            <p:ph type="body" sz="quarter" idx="18" hasCustomPrompt="1"/>
          </p:nvPr>
        </p:nvSpPr>
        <p:spPr>
          <a:xfrm>
            <a:off x="4126170" y="1969626"/>
            <a:ext cx="1967450" cy="504887"/>
          </a:xfrm>
          <a:prstGeom prst="rect">
            <a:avLst/>
          </a:prstGeom>
        </p:spPr>
        <p:txBody>
          <a:bodyPr anchor="ctr"/>
          <a:lstStyle>
            <a:lvl1pPr algn="ctr">
              <a:lnSpc>
                <a:spcPct val="100000"/>
              </a:lnSpc>
              <a:buNone/>
              <a:defRPr sz="1600"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适用的产品</a:t>
            </a:r>
            <a:endParaRPr lang="zh-CN" altLang="en-US" dirty="0"/>
          </a:p>
        </p:txBody>
      </p:sp>
      <p:sp>
        <p:nvSpPr>
          <p:cNvPr id="7" name="文本占位符 7"/>
          <p:cNvSpPr>
            <a:spLocks noGrp="1"/>
          </p:cNvSpPr>
          <p:nvPr>
            <p:ph type="body" sz="quarter" idx="19" hasCustomPrompt="1"/>
          </p:nvPr>
        </p:nvSpPr>
        <p:spPr>
          <a:xfrm>
            <a:off x="6093619" y="1969626"/>
            <a:ext cx="3023155" cy="504887"/>
          </a:xfrm>
          <a:prstGeom prst="rect">
            <a:avLst/>
          </a:prstGeom>
        </p:spPr>
        <p:txBody>
          <a:bodyPr anchor="ctr"/>
          <a:lstStyle>
            <a:lvl1pPr algn="ctr">
              <a:lnSpc>
                <a:spcPct val="100000"/>
              </a:lnSpc>
              <a:buNone/>
              <a:defRPr sz="1600"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a:t>V5R2</a:t>
            </a:r>
            <a:endParaRPr lang="zh-CN" altLang="en-US" dirty="0"/>
          </a:p>
        </p:txBody>
      </p:sp>
      <p:sp>
        <p:nvSpPr>
          <p:cNvPr id="8" name="文本占位符 7"/>
          <p:cNvSpPr>
            <a:spLocks noGrp="1"/>
          </p:cNvSpPr>
          <p:nvPr>
            <p:ph type="body" sz="quarter" idx="20" hasCustomPrompt="1"/>
          </p:nvPr>
        </p:nvSpPr>
        <p:spPr>
          <a:xfrm>
            <a:off x="9116775" y="1969626"/>
            <a:ext cx="2084625" cy="504887"/>
          </a:xfrm>
          <a:prstGeom prst="rect">
            <a:avLst/>
          </a:prstGeom>
        </p:spPr>
        <p:txBody>
          <a:bodyPr anchor="ctr"/>
          <a:lstStyle>
            <a:lvl1pPr algn="ctr">
              <a:lnSpc>
                <a:spcPct val="100000"/>
              </a:lnSpc>
              <a:buNone/>
              <a:defRPr lang="zh-CN" altLang="en-US" sz="1600" kern="1200" baseline="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a:t>V1.0</a:t>
            </a:r>
            <a:endParaRPr lang="zh-CN" altLang="en-US" dirty="0"/>
          </a:p>
        </p:txBody>
      </p:sp>
      <p:sp>
        <p:nvSpPr>
          <p:cNvPr id="9" name="文本占位符 7"/>
          <p:cNvSpPr>
            <a:spLocks noGrp="1"/>
          </p:cNvSpPr>
          <p:nvPr>
            <p:ph type="body" sz="quarter" idx="13" hasCustomPrompt="1"/>
          </p:nvPr>
        </p:nvSpPr>
        <p:spPr>
          <a:xfrm>
            <a:off x="1007042" y="3517796"/>
            <a:ext cx="3119128" cy="468052"/>
          </a:xfrm>
          <a:prstGeom prst="rect">
            <a:avLst/>
          </a:prstGeom>
        </p:spPr>
        <p:txBody>
          <a:bodyPr anchor="ctr"/>
          <a:lstStyle>
            <a:lvl1pPr algn="ctr" fontAlgn="base">
              <a:lnSpc>
                <a:spcPct val="100000"/>
              </a:lnSpc>
              <a:buNone/>
              <a:defRPr sz="1600"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endParaRPr lang="zh-CN" altLang="en-US" dirty="0"/>
          </a:p>
        </p:txBody>
      </p:sp>
      <p:sp>
        <p:nvSpPr>
          <p:cNvPr id="10" name="文本占位符 7"/>
          <p:cNvSpPr>
            <a:spLocks noGrp="1"/>
          </p:cNvSpPr>
          <p:nvPr>
            <p:ph type="body" sz="quarter" idx="14" hasCustomPrompt="1"/>
          </p:nvPr>
        </p:nvSpPr>
        <p:spPr>
          <a:xfrm>
            <a:off x="4126170" y="3517796"/>
            <a:ext cx="1967450" cy="468052"/>
          </a:xfrm>
          <a:prstGeom prst="rect">
            <a:avLst/>
          </a:prstGeom>
        </p:spPr>
        <p:txBody>
          <a:bodyPr anchor="ctr"/>
          <a:lstStyle>
            <a:lvl1pPr algn="ctr" fontAlgn="base">
              <a:lnSpc>
                <a:spcPct val="100000"/>
              </a:lnSpc>
              <a:buNone/>
              <a:defRPr sz="1600"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a:t>2019.01.25</a:t>
            </a:r>
            <a:endParaRPr lang="zh-CN" altLang="en-US" dirty="0"/>
          </a:p>
        </p:txBody>
      </p:sp>
      <p:sp>
        <p:nvSpPr>
          <p:cNvPr id="11" name="文本占位符 7"/>
          <p:cNvSpPr>
            <a:spLocks noGrp="1"/>
          </p:cNvSpPr>
          <p:nvPr>
            <p:ph type="body" sz="quarter" idx="15" hasCustomPrompt="1"/>
          </p:nvPr>
        </p:nvSpPr>
        <p:spPr>
          <a:xfrm>
            <a:off x="6093619" y="3517796"/>
            <a:ext cx="3023155" cy="468052"/>
          </a:xfrm>
          <a:prstGeom prst="rect">
            <a:avLst/>
          </a:prstGeom>
        </p:spPr>
        <p:txBody>
          <a:bodyPr anchor="ctr"/>
          <a:lstStyle>
            <a:lvl1pPr algn="ctr" fontAlgn="base">
              <a:lnSpc>
                <a:spcPct val="100000"/>
              </a:lnSpc>
              <a:buNone/>
              <a:defRPr sz="1600"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endParaRPr lang="zh-CN" altLang="en-US" dirty="0"/>
          </a:p>
        </p:txBody>
      </p:sp>
      <p:sp>
        <p:nvSpPr>
          <p:cNvPr id="12" name="文本占位符 7"/>
          <p:cNvSpPr>
            <a:spLocks noGrp="1"/>
          </p:cNvSpPr>
          <p:nvPr>
            <p:ph type="body" sz="quarter" idx="16" hasCustomPrompt="1"/>
          </p:nvPr>
        </p:nvSpPr>
        <p:spPr>
          <a:xfrm>
            <a:off x="9116775" y="3481792"/>
            <a:ext cx="2056050" cy="504056"/>
          </a:xfrm>
          <a:prstGeom prst="rect">
            <a:avLst/>
          </a:prstGeom>
        </p:spPr>
        <p:txBody>
          <a:bodyPr anchor="ctr"/>
          <a:lstStyle>
            <a:lvl1pPr algn="ctr" fontAlgn="base">
              <a:lnSpc>
                <a:spcPct val="100000"/>
              </a:lnSpc>
              <a:buNone/>
              <a:defRPr sz="1600"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新开发</a:t>
            </a:r>
            <a:endParaRPr lang="zh-CN" altLang="en-US" dirty="0"/>
          </a:p>
        </p:txBody>
      </p:sp>
      <p:sp>
        <p:nvSpPr>
          <p:cNvPr id="13" name="Rectangle 2"/>
          <p:cNvSpPr>
            <a:spLocks noChangeArrowheads="1"/>
          </p:cNvSpPr>
          <p:nvPr userDrawn="1"/>
        </p:nvSpPr>
        <p:spPr bwMode="auto">
          <a:xfrm>
            <a:off x="952130" y="368661"/>
            <a:ext cx="2802144" cy="479425"/>
          </a:xfrm>
          <a:prstGeom prst="rect">
            <a:avLst/>
          </a:prstGeom>
          <a:noFill/>
          <a:ln w="9525">
            <a:noFill/>
            <a:miter lim="800000"/>
          </a:ln>
        </p:spPr>
        <p:txBody>
          <a:bodyPr lIns="78227" tIns="39112" rIns="78227" bIns="39112" anchor="ctr"/>
          <a:lstStyle/>
          <a:p>
            <a:pPr algn="l" defTabSz="1001395" rtl="0" eaLnBrk="0" fontAlgn="ctr" hangingPunct="0">
              <a:spcBef>
                <a:spcPct val="0"/>
              </a:spcBef>
              <a:spcAft>
                <a:spcPct val="0"/>
              </a:spcAft>
            </a:pPr>
            <a:r>
              <a:rPr lang="zh-CN" altLang="en-US" sz="3500" b="0" kern="1200" baseline="0" dirty="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rPr>
              <a:t>修订记录</a:t>
            </a:r>
            <a:endParaRPr lang="zh-CN" altLang="en-US" sz="3500" b="0" kern="1200" baseline="0" dirty="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14" name="Text Box 58"/>
          <p:cNvSpPr txBox="1">
            <a:spLocks noChangeArrowheads="1"/>
          </p:cNvSpPr>
          <p:nvPr userDrawn="1"/>
        </p:nvSpPr>
        <p:spPr bwMode="auto">
          <a:xfrm>
            <a:off x="8900835" y="296652"/>
            <a:ext cx="2771225" cy="707886"/>
          </a:xfrm>
          <a:prstGeom prst="rect">
            <a:avLst/>
          </a:prstGeom>
          <a:noFill/>
          <a:ln w="9525" algn="ctr">
            <a:noFill/>
            <a:miter lim="800000"/>
          </a:ln>
        </p:spPr>
        <p:txBody>
          <a:bodyPr wrap="square">
            <a:spAutoFit/>
          </a:bodyPr>
          <a:lstStyle/>
          <a:p>
            <a:pPr fontAlgn="ctr">
              <a:spcBef>
                <a:spcPct val="50000"/>
              </a:spcBef>
            </a:pPr>
            <a:r>
              <a:rPr lang="zh-CN" altLang="en-US" sz="4000" i="0" baseline="0" dirty="0">
                <a:solidFill>
                  <a:schemeClr val="bg2">
                    <a:lumMod val="50000"/>
                  </a:schemeClr>
                </a:solidFill>
                <a:latin typeface="Huawei Sans" panose="020C0503030203020204" pitchFamily="34" charset="0"/>
                <a:ea typeface="方正兰亭黑简体" panose="02000000000000000000" pitchFamily="2" charset="-122"/>
                <a:cs typeface="Huawei Sans" panose="020C0503030203020204" pitchFamily="34" charset="0"/>
              </a:rPr>
              <a:t>本页不打印</a:t>
            </a:r>
            <a:endParaRPr lang="zh-CN" altLang="en-US" sz="4000" i="0" baseline="0" dirty="0">
              <a:solidFill>
                <a:schemeClr val="bg2">
                  <a:lumMod val="50000"/>
                </a:schemeClr>
              </a:solidFill>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15" name="文本占位符 7"/>
          <p:cNvSpPr>
            <a:spLocks noGrp="1"/>
          </p:cNvSpPr>
          <p:nvPr>
            <p:ph type="body" sz="quarter" idx="21" hasCustomPrompt="1"/>
          </p:nvPr>
        </p:nvSpPr>
        <p:spPr>
          <a:xfrm>
            <a:off x="1007042" y="4021852"/>
            <a:ext cx="3119128" cy="468052"/>
          </a:xfrm>
          <a:prstGeom prst="rect">
            <a:avLst/>
          </a:prstGeom>
        </p:spPr>
        <p:txBody>
          <a:bodyPr anchor="ctr"/>
          <a:lstStyle>
            <a:lvl1pPr algn="ctr" fontAlgn="base">
              <a:lnSpc>
                <a:spcPct val="100000"/>
              </a:lnSpc>
              <a:buNone/>
              <a:defRPr sz="1600"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endParaRPr lang="zh-CN" altLang="en-US" dirty="0"/>
          </a:p>
        </p:txBody>
      </p:sp>
      <p:sp>
        <p:nvSpPr>
          <p:cNvPr id="16" name="文本占位符 7"/>
          <p:cNvSpPr>
            <a:spLocks noGrp="1"/>
          </p:cNvSpPr>
          <p:nvPr>
            <p:ph type="body" sz="quarter" idx="22" hasCustomPrompt="1"/>
          </p:nvPr>
        </p:nvSpPr>
        <p:spPr>
          <a:xfrm>
            <a:off x="4126170" y="4021852"/>
            <a:ext cx="1967450" cy="468052"/>
          </a:xfrm>
          <a:prstGeom prst="rect">
            <a:avLst/>
          </a:prstGeom>
        </p:spPr>
        <p:txBody>
          <a:bodyPr anchor="ctr"/>
          <a:lstStyle>
            <a:lvl1pPr algn="ctr" fontAlgn="base">
              <a:lnSpc>
                <a:spcPct val="100000"/>
              </a:lnSpc>
              <a:buNone/>
              <a:defRPr sz="1600"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a:t>2019.01.25</a:t>
            </a:r>
            <a:endParaRPr lang="zh-CN" altLang="en-US" dirty="0"/>
          </a:p>
        </p:txBody>
      </p:sp>
      <p:sp>
        <p:nvSpPr>
          <p:cNvPr id="17" name="文本占位符 7"/>
          <p:cNvSpPr>
            <a:spLocks noGrp="1"/>
          </p:cNvSpPr>
          <p:nvPr>
            <p:ph type="body" sz="quarter" idx="23" hasCustomPrompt="1"/>
          </p:nvPr>
        </p:nvSpPr>
        <p:spPr>
          <a:xfrm>
            <a:off x="6093619" y="4021852"/>
            <a:ext cx="3023155" cy="468052"/>
          </a:xfrm>
          <a:prstGeom prst="rect">
            <a:avLst/>
          </a:prstGeom>
        </p:spPr>
        <p:txBody>
          <a:bodyPr anchor="ctr"/>
          <a:lstStyle>
            <a:lvl1pPr algn="ctr" fontAlgn="base">
              <a:lnSpc>
                <a:spcPct val="100000"/>
              </a:lnSpc>
              <a:buNone/>
              <a:defRPr sz="1600"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endParaRPr lang="zh-CN" altLang="en-US" dirty="0"/>
          </a:p>
        </p:txBody>
      </p:sp>
      <p:sp>
        <p:nvSpPr>
          <p:cNvPr id="18" name="文本占位符 7"/>
          <p:cNvSpPr>
            <a:spLocks noGrp="1"/>
          </p:cNvSpPr>
          <p:nvPr>
            <p:ph type="body" sz="quarter" idx="24" hasCustomPrompt="1"/>
          </p:nvPr>
        </p:nvSpPr>
        <p:spPr>
          <a:xfrm>
            <a:off x="9116775" y="3985848"/>
            <a:ext cx="2084625" cy="504056"/>
          </a:xfrm>
          <a:prstGeom prst="rect">
            <a:avLst/>
          </a:prstGeom>
        </p:spPr>
        <p:txBody>
          <a:bodyPr anchor="ctr"/>
          <a:lstStyle>
            <a:lvl1pPr algn="ctr" fontAlgn="base">
              <a:lnSpc>
                <a:spcPct val="100000"/>
              </a:lnSpc>
              <a:buNone/>
              <a:defRPr sz="1600"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优化</a:t>
            </a:r>
            <a:endParaRPr lang="zh-CN" altLang="en-US" dirty="0"/>
          </a:p>
        </p:txBody>
      </p:sp>
      <p:sp>
        <p:nvSpPr>
          <p:cNvPr id="19" name="文本占位符 7"/>
          <p:cNvSpPr>
            <a:spLocks noGrp="1"/>
          </p:cNvSpPr>
          <p:nvPr>
            <p:ph type="body" sz="quarter" idx="25" hasCustomPrompt="1"/>
          </p:nvPr>
        </p:nvSpPr>
        <p:spPr>
          <a:xfrm>
            <a:off x="1007042" y="4489904"/>
            <a:ext cx="3119128" cy="468052"/>
          </a:xfrm>
          <a:prstGeom prst="rect">
            <a:avLst/>
          </a:prstGeom>
        </p:spPr>
        <p:txBody>
          <a:bodyPr anchor="ctr"/>
          <a:lstStyle>
            <a:lvl1pPr algn="ctr" fontAlgn="base">
              <a:lnSpc>
                <a:spcPct val="100000"/>
              </a:lnSpc>
              <a:buNone/>
              <a:defRPr sz="1600"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endParaRPr lang="zh-CN" altLang="en-US" dirty="0"/>
          </a:p>
        </p:txBody>
      </p:sp>
      <p:sp>
        <p:nvSpPr>
          <p:cNvPr id="20" name="文本占位符 7"/>
          <p:cNvSpPr>
            <a:spLocks noGrp="1"/>
          </p:cNvSpPr>
          <p:nvPr>
            <p:ph type="body" sz="quarter" idx="26" hasCustomPrompt="1"/>
          </p:nvPr>
        </p:nvSpPr>
        <p:spPr>
          <a:xfrm>
            <a:off x="4126170" y="4489904"/>
            <a:ext cx="1967450" cy="468052"/>
          </a:xfrm>
          <a:prstGeom prst="rect">
            <a:avLst/>
          </a:prstGeom>
        </p:spPr>
        <p:txBody>
          <a:bodyPr anchor="ctr"/>
          <a:lstStyle>
            <a:lvl1pPr algn="ctr" fontAlgn="base">
              <a:lnSpc>
                <a:spcPct val="100000"/>
              </a:lnSpc>
              <a:buNone/>
              <a:defRPr sz="1600"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a:t>2019.01.25</a:t>
            </a:r>
            <a:endParaRPr lang="zh-CN" altLang="en-US" dirty="0"/>
          </a:p>
        </p:txBody>
      </p:sp>
      <p:sp>
        <p:nvSpPr>
          <p:cNvPr id="21" name="文本占位符 7"/>
          <p:cNvSpPr>
            <a:spLocks noGrp="1"/>
          </p:cNvSpPr>
          <p:nvPr>
            <p:ph type="body" sz="quarter" idx="27" hasCustomPrompt="1"/>
          </p:nvPr>
        </p:nvSpPr>
        <p:spPr>
          <a:xfrm>
            <a:off x="6093619" y="4489904"/>
            <a:ext cx="3023155" cy="468052"/>
          </a:xfrm>
          <a:prstGeom prst="rect">
            <a:avLst/>
          </a:prstGeom>
        </p:spPr>
        <p:txBody>
          <a:bodyPr anchor="ctr"/>
          <a:lstStyle>
            <a:lvl1pPr algn="ctr" fontAlgn="base">
              <a:lnSpc>
                <a:spcPct val="100000"/>
              </a:lnSpc>
              <a:buNone/>
              <a:defRPr sz="1600"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endParaRPr lang="zh-CN" altLang="en-US" dirty="0"/>
          </a:p>
        </p:txBody>
      </p:sp>
      <p:sp>
        <p:nvSpPr>
          <p:cNvPr id="22" name="文本占位符 7"/>
          <p:cNvSpPr>
            <a:spLocks noGrp="1"/>
          </p:cNvSpPr>
          <p:nvPr>
            <p:ph type="body" sz="quarter" idx="28" hasCustomPrompt="1"/>
          </p:nvPr>
        </p:nvSpPr>
        <p:spPr>
          <a:xfrm>
            <a:off x="9116775" y="4489904"/>
            <a:ext cx="2056050" cy="468052"/>
          </a:xfrm>
          <a:prstGeom prst="rect">
            <a:avLst/>
          </a:prstGeom>
        </p:spPr>
        <p:txBody>
          <a:bodyPr anchor="ctr"/>
          <a:lstStyle>
            <a:lvl1pPr algn="ctr" fontAlgn="base">
              <a:lnSpc>
                <a:spcPct val="100000"/>
              </a:lnSpc>
              <a:buNone/>
              <a:defRPr sz="1600"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优化</a:t>
            </a:r>
            <a:endParaRPr lang="zh-CN" altLang="en-US" dirty="0"/>
          </a:p>
        </p:txBody>
      </p:sp>
      <p:sp>
        <p:nvSpPr>
          <p:cNvPr id="23" name="文本占位符 7"/>
          <p:cNvSpPr>
            <a:spLocks noGrp="1"/>
          </p:cNvSpPr>
          <p:nvPr>
            <p:ph type="body" sz="quarter" idx="29" hasCustomPrompt="1"/>
          </p:nvPr>
        </p:nvSpPr>
        <p:spPr>
          <a:xfrm>
            <a:off x="1007042" y="4999074"/>
            <a:ext cx="3119128" cy="468052"/>
          </a:xfrm>
          <a:prstGeom prst="rect">
            <a:avLst/>
          </a:prstGeom>
        </p:spPr>
        <p:txBody>
          <a:bodyPr anchor="ctr"/>
          <a:lstStyle>
            <a:lvl1pPr algn="ctr" fontAlgn="base">
              <a:lnSpc>
                <a:spcPct val="100000"/>
              </a:lnSpc>
              <a:buNone/>
              <a:defRPr sz="1600"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endParaRPr lang="zh-CN" altLang="en-US" dirty="0"/>
          </a:p>
        </p:txBody>
      </p:sp>
      <p:sp>
        <p:nvSpPr>
          <p:cNvPr id="24" name="文本占位符 7"/>
          <p:cNvSpPr>
            <a:spLocks noGrp="1"/>
          </p:cNvSpPr>
          <p:nvPr>
            <p:ph type="body" sz="quarter" idx="30" hasCustomPrompt="1"/>
          </p:nvPr>
        </p:nvSpPr>
        <p:spPr>
          <a:xfrm>
            <a:off x="4126170" y="4999074"/>
            <a:ext cx="1967450" cy="468052"/>
          </a:xfrm>
          <a:prstGeom prst="rect">
            <a:avLst/>
          </a:prstGeom>
        </p:spPr>
        <p:txBody>
          <a:bodyPr anchor="ctr"/>
          <a:lstStyle>
            <a:lvl1pPr algn="ctr" fontAlgn="base">
              <a:lnSpc>
                <a:spcPct val="100000"/>
              </a:lnSpc>
              <a:buNone/>
              <a:defRPr lang="zh-CN" altLang="en-US" sz="1600" kern="1200" baseline="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a:t>2019.01.25</a:t>
            </a:r>
            <a:endParaRPr lang="zh-CN" altLang="en-US" dirty="0"/>
          </a:p>
        </p:txBody>
      </p:sp>
      <p:sp>
        <p:nvSpPr>
          <p:cNvPr id="25" name="文本占位符 7"/>
          <p:cNvSpPr>
            <a:spLocks noGrp="1"/>
          </p:cNvSpPr>
          <p:nvPr>
            <p:ph type="body" sz="quarter" idx="31" hasCustomPrompt="1"/>
          </p:nvPr>
        </p:nvSpPr>
        <p:spPr>
          <a:xfrm>
            <a:off x="6093619" y="4999074"/>
            <a:ext cx="3023155" cy="468052"/>
          </a:xfrm>
          <a:prstGeom prst="rect">
            <a:avLst/>
          </a:prstGeom>
        </p:spPr>
        <p:txBody>
          <a:bodyPr anchor="ctr"/>
          <a:lstStyle>
            <a:lvl1pPr algn="ctr" fontAlgn="base">
              <a:lnSpc>
                <a:spcPct val="100000"/>
              </a:lnSpc>
              <a:buNone/>
              <a:defRPr sz="1600"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endParaRPr lang="zh-CN" altLang="en-US" dirty="0"/>
          </a:p>
        </p:txBody>
      </p:sp>
      <p:sp>
        <p:nvSpPr>
          <p:cNvPr id="26" name="文本占位符 7"/>
          <p:cNvSpPr>
            <a:spLocks noGrp="1"/>
          </p:cNvSpPr>
          <p:nvPr>
            <p:ph type="body" sz="quarter" idx="32" hasCustomPrompt="1"/>
          </p:nvPr>
        </p:nvSpPr>
        <p:spPr>
          <a:xfrm>
            <a:off x="9116775" y="4999074"/>
            <a:ext cx="2084625" cy="468052"/>
          </a:xfrm>
          <a:prstGeom prst="rect">
            <a:avLst/>
          </a:prstGeom>
        </p:spPr>
        <p:txBody>
          <a:bodyPr anchor="ctr"/>
          <a:lstStyle>
            <a:lvl1pPr algn="ctr" fontAlgn="base">
              <a:lnSpc>
                <a:spcPct val="100000"/>
              </a:lnSpc>
              <a:buNone/>
              <a:defRPr sz="1600"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优化</a:t>
            </a:r>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3#前言">
    <p:bg>
      <p:bgPr>
        <a:solidFill>
          <a:srgbClr val="EBEBEB"/>
        </a:solidFill>
        <a:effectLst/>
      </p:bgPr>
    </p:bg>
    <p:spTree>
      <p:nvGrpSpPr>
        <p:cNvPr id="1" name=""/>
        <p:cNvGrpSpPr/>
        <p:nvPr/>
      </p:nvGrpSpPr>
      <p:grpSpPr>
        <a:xfrm>
          <a:off x="0" y="0"/>
          <a:ext cx="0" cy="0"/>
          <a:chOff x="0" y="0"/>
          <a:chExt cx="0" cy="0"/>
        </a:xfrm>
      </p:grpSpPr>
      <p:sp>
        <p:nvSpPr>
          <p:cNvPr id="15" name="文本占位符 6"/>
          <p:cNvSpPr>
            <a:spLocks noGrp="1"/>
          </p:cNvSpPr>
          <p:nvPr>
            <p:ph type="body" sz="quarter" idx="10" hasCustomPrompt="1"/>
          </p:nvPr>
        </p:nvSpPr>
        <p:spPr>
          <a:xfrm>
            <a:off x="1019174" y="1844675"/>
            <a:ext cx="10153651" cy="4082668"/>
          </a:xfrm>
          <a:prstGeom prst="rect">
            <a:avLst/>
          </a:prstGeom>
        </p:spPr>
        <p:txBody>
          <a:bodyPr/>
          <a:lstStyle>
            <a:lvl1pPr marL="302260" indent="-302260" algn="just" fontAlgn="ctr">
              <a:buClrTx/>
              <a:buSzPct val="50000"/>
              <a:buFont typeface="Wingdings" panose="05000000000000000000" pitchFamily="2" charset="2"/>
              <a:buChar char="l"/>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marL="654685" indent="-252095" fontAlgn="ctr">
              <a:buClrTx/>
              <a:buSzPct val="50000"/>
              <a:buFont typeface="Wingdings" panose="05000000000000000000" pitchFamily="2" charset="2"/>
              <a:buChar char="p"/>
              <a:defRPr baseline="0">
                <a:solidFill>
                  <a:schemeClr val="tx1"/>
                </a:solidFill>
                <a:latin typeface="Huawei Sans" panose="020C0503030203020204" pitchFamily="34" charset="0"/>
                <a:ea typeface="方正兰亭黑简体" panose="02000000000000000000" pitchFamily="2" charset="-122"/>
              </a:defRPr>
            </a:lvl2pPr>
            <a:lvl3pPr marL="1003935" indent="-201295" fontAlgn="ctr">
              <a:buSzPct val="50000"/>
              <a:buFont typeface="Wingdings" panose="05000000000000000000" pitchFamily="2" charset="2"/>
              <a:buChar char="n"/>
              <a:defRPr lang="zh-CN" altLang="en-US" baseline="0" dirty="0" smtClean="0">
                <a:solidFill>
                  <a:schemeClr val="tx1"/>
                </a:solidFill>
                <a:latin typeface="Huawei Sans" panose="020C0503030203020204" pitchFamily="34" charset="0"/>
                <a:ea typeface="方正兰亭黑简体" panose="02000000000000000000" pitchFamily="2" charset="-122"/>
              </a:defRPr>
            </a:lvl3pPr>
            <a:lvl4pPr fontAlgn="ctr">
              <a:defRPr baseline="0">
                <a:latin typeface="Huawei Sans" panose="020C0503030203020204" pitchFamily="34" charset="0"/>
                <a:ea typeface="方正兰亭黑简体" panose="02000000000000000000" pitchFamily="2" charset="-122"/>
              </a:defRPr>
            </a:lvl4pPr>
            <a:lvl5pPr marL="1802765" indent="-201295" fontAlgn="ctr">
              <a:buClrTx/>
              <a:buFont typeface="Huawei Sans" panose="020C0503030203020204" pitchFamily="34" charset="0"/>
              <a:buChar char="~"/>
              <a:defRPr baseline="0">
                <a:latin typeface="Huawei Sans" panose="020C0503030203020204" pitchFamily="34" charset="0"/>
                <a:ea typeface="方正兰亭黑简体" panose="02000000000000000000" pitchFamily="2" charset="-122"/>
              </a:defRPr>
            </a:lvl5pPr>
          </a:lstStyle>
          <a:p>
            <a:pPr eaLnBrk="1" hangingPunct="1"/>
            <a:r>
              <a:rPr lang="zh-CN" altLang="en-US" dirty="0"/>
              <a:t>本章主要讲述</a:t>
            </a:r>
            <a:r>
              <a:rPr lang="en-US" altLang="zh-CN" dirty="0"/>
              <a:t>...</a:t>
            </a:r>
            <a:endParaRPr lang="en-US" altLang="zh-CN"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a:p>
            <a:pPr eaLnBrk="1" hangingPunct="1"/>
            <a:endParaRPr lang="en-US" altLang="zh-CN" dirty="0"/>
          </a:p>
        </p:txBody>
      </p:sp>
      <p:cxnSp>
        <p:nvCxnSpPr>
          <p:cNvPr id="14" name="直线连接符 14"/>
          <p:cNvCxnSpPr/>
          <p:nvPr userDrawn="1"/>
        </p:nvCxnSpPr>
        <p:spPr>
          <a:xfrm flipH="1">
            <a:off x="1029918" y="1349255"/>
            <a:ext cx="885967"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27" name="文本框 16"/>
          <p:cNvSpPr txBox="1"/>
          <p:nvPr userDrawn="1"/>
        </p:nvSpPr>
        <p:spPr>
          <a:xfrm>
            <a:off x="918916" y="630373"/>
            <a:ext cx="1117614" cy="651845"/>
          </a:xfrm>
          <a:prstGeom prst="rect">
            <a:avLst/>
          </a:prstGeom>
          <a:noFill/>
        </p:spPr>
        <p:txBody>
          <a:bodyPr wrap="none" rtlCol="0">
            <a:spAutoFit/>
          </a:bodyPr>
          <a:lstStyle/>
          <a:p>
            <a:r>
              <a:rPr kumimoji="1" lang="zh-CN" altLang="en-US" sz="3635" baseline="0" dirty="0">
                <a:solidFill>
                  <a:schemeClr val="tx1"/>
                </a:solidFill>
                <a:latin typeface="Huawei Sans" panose="020C0503030203020204" pitchFamily="34" charset="0"/>
                <a:ea typeface="方正兰亭黑简体" panose="02000000000000000000" pitchFamily="2" charset="-122"/>
                <a:cs typeface="微软雅黑" panose="020B0503020204020204" pitchFamily="34" charset="-122"/>
              </a:rPr>
              <a:t>前言</a:t>
            </a:r>
            <a:endParaRPr kumimoji="1" lang="zh-CN" altLang="en-US" sz="3635" baseline="0" dirty="0">
              <a:solidFill>
                <a:schemeClr val="tx1"/>
              </a:solidFill>
              <a:latin typeface="Huawei Sans" panose="020C0503030203020204" pitchFamily="34" charset="0"/>
              <a:ea typeface="方正兰亭黑简体" panose="02000000000000000000" pitchFamily="2" charset="-122"/>
              <a:cs typeface="微软雅黑" panose="020B0503020204020204" pitchFamily="34" charset="-122"/>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4#目标">
    <p:bg>
      <p:bgPr>
        <a:solidFill>
          <a:srgbClr val="EBEBEB"/>
        </a:solidFill>
        <a:effectLst/>
      </p:bgPr>
    </p:bg>
    <p:spTree>
      <p:nvGrpSpPr>
        <p:cNvPr id="1" name=""/>
        <p:cNvGrpSpPr/>
        <p:nvPr/>
      </p:nvGrpSpPr>
      <p:grpSpPr>
        <a:xfrm>
          <a:off x="0" y="0"/>
          <a:ext cx="0" cy="0"/>
          <a:chOff x="0" y="0"/>
          <a:chExt cx="0" cy="0"/>
        </a:xfrm>
      </p:grpSpPr>
      <p:sp>
        <p:nvSpPr>
          <p:cNvPr id="15" name="文本占位符 6"/>
          <p:cNvSpPr>
            <a:spLocks noGrp="1"/>
          </p:cNvSpPr>
          <p:nvPr>
            <p:ph type="body" sz="quarter" idx="10" hasCustomPrompt="1"/>
          </p:nvPr>
        </p:nvSpPr>
        <p:spPr>
          <a:xfrm>
            <a:off x="1019174" y="1844675"/>
            <a:ext cx="10153651" cy="4082668"/>
          </a:xfrm>
          <a:prstGeom prst="rect">
            <a:avLst/>
          </a:prstGeom>
        </p:spPr>
        <p:txBody>
          <a:bodyPr/>
          <a:lstStyle>
            <a:lvl1pPr marL="302260" indent="-302260" algn="just" eaLnBrk="1" fontAlgn="ctr" hangingPunct="1">
              <a:buClrTx/>
              <a:buSzPct val="50000"/>
              <a:buFont typeface="Wingdings" panose="05000000000000000000" pitchFamily="2" charset="2"/>
              <a:buChar char="l"/>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marL="654685" indent="-252095" fontAlgn="ctr">
              <a:buClrTx/>
              <a:buSzPct val="50000"/>
              <a:buFont typeface="Wingdings" panose="05000000000000000000" pitchFamily="2" charset="2"/>
              <a:buChar char="p"/>
              <a:defRPr baseline="0">
                <a:solidFill>
                  <a:schemeClr val="tx1"/>
                </a:solidFill>
                <a:latin typeface="Huawei Sans" panose="020C0503030203020204" pitchFamily="34" charset="0"/>
                <a:ea typeface="方正兰亭黑简体" panose="02000000000000000000" pitchFamily="2" charset="-122"/>
              </a:defRPr>
            </a:lvl2pPr>
            <a:lvl3pPr marL="1003935" indent="-201295" fontAlgn="ctr">
              <a:buSzPct val="50000"/>
              <a:buFont typeface="Wingdings" panose="05000000000000000000" pitchFamily="2" charset="2"/>
              <a:buChar char="n"/>
              <a:defRPr lang="zh-CN" altLang="en-US" baseline="0" dirty="0" smtClean="0">
                <a:solidFill>
                  <a:schemeClr val="tx1"/>
                </a:solidFill>
                <a:latin typeface="Huawei Sans" panose="020C0503030203020204" pitchFamily="34" charset="0"/>
                <a:ea typeface="方正兰亭黑简体" panose="02000000000000000000" pitchFamily="2" charset="-122"/>
              </a:defRPr>
            </a:lvl3pPr>
            <a:lvl4pPr fontAlgn="ctr">
              <a:defRPr baseline="0">
                <a:latin typeface="Huawei Sans" panose="020C0503030203020204" pitchFamily="34" charset="0"/>
                <a:ea typeface="方正兰亭黑简体" panose="02000000000000000000" pitchFamily="2" charset="-122"/>
              </a:defRPr>
            </a:lvl4pPr>
            <a:lvl5pPr marL="1802765" indent="-201295" fontAlgn="ctr">
              <a:buClrTx/>
              <a:buFont typeface="Huawei Sans" panose="020C0503030203020204" pitchFamily="34" charset="0"/>
              <a:buChar char="~"/>
              <a:defRPr baseline="0">
                <a:latin typeface="Huawei Sans" panose="020C0503030203020204" pitchFamily="34" charset="0"/>
                <a:ea typeface="方正兰亭黑简体" panose="02000000000000000000" pitchFamily="2" charset="-122"/>
              </a:defRPr>
            </a:lvl5pPr>
          </a:lstStyle>
          <a:p>
            <a:pPr eaLnBrk="1" hangingPunct="1"/>
            <a:r>
              <a:rPr lang="zh-CN" altLang="en-US" dirty="0"/>
              <a:t>学完本课程后，您将能够：</a:t>
            </a:r>
            <a:endParaRPr lang="en-US" altLang="zh-CN"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a:p>
            <a:pPr eaLnBrk="1" hangingPunct="1"/>
            <a:endParaRPr lang="en-US" altLang="zh-CN" dirty="0"/>
          </a:p>
        </p:txBody>
      </p:sp>
      <p:cxnSp>
        <p:nvCxnSpPr>
          <p:cNvPr id="14" name="直线连接符 14"/>
          <p:cNvCxnSpPr/>
          <p:nvPr userDrawn="1"/>
        </p:nvCxnSpPr>
        <p:spPr>
          <a:xfrm flipH="1">
            <a:off x="1029918" y="1349255"/>
            <a:ext cx="885967"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27" name="文本框 16"/>
          <p:cNvSpPr txBox="1"/>
          <p:nvPr userDrawn="1"/>
        </p:nvSpPr>
        <p:spPr>
          <a:xfrm>
            <a:off x="918916" y="630373"/>
            <a:ext cx="1120820" cy="652486"/>
          </a:xfrm>
          <a:prstGeom prst="rect">
            <a:avLst/>
          </a:prstGeom>
          <a:noFill/>
        </p:spPr>
        <p:txBody>
          <a:bodyPr wrap="none" rtlCol="0">
            <a:spAutoFit/>
          </a:bodyPr>
          <a:lstStyle/>
          <a:p>
            <a:pPr defTabSz="1001395" eaLnBrk="0" fontAlgn="ctr" hangingPunct="0"/>
            <a:r>
              <a:rPr lang="zh-CN" altLang="en-US" sz="3640" b="0" baseline="0" dirty="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rPr>
              <a:t>目标</a:t>
            </a:r>
            <a:endParaRPr lang="en-US" altLang="zh-CN" sz="3640" b="0" baseline="0" dirty="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5#目录">
    <p:bg>
      <p:bgPr>
        <a:solidFill>
          <a:srgbClr val="EBEBEB"/>
        </a:solidFill>
        <a:effectLst/>
      </p:bgPr>
    </p:bg>
    <p:spTree>
      <p:nvGrpSpPr>
        <p:cNvPr id="1" name=""/>
        <p:cNvGrpSpPr/>
        <p:nvPr/>
      </p:nvGrpSpPr>
      <p:grpSpPr>
        <a:xfrm>
          <a:off x="0" y="0"/>
          <a:ext cx="0" cy="0"/>
          <a:chOff x="0" y="0"/>
          <a:chExt cx="0" cy="0"/>
        </a:xfrm>
      </p:grpSpPr>
      <p:sp>
        <p:nvSpPr>
          <p:cNvPr id="29" name="文本占位符 6"/>
          <p:cNvSpPr>
            <a:spLocks noGrp="1"/>
          </p:cNvSpPr>
          <p:nvPr>
            <p:ph type="body" sz="quarter" idx="10" hasCustomPrompt="1"/>
          </p:nvPr>
        </p:nvSpPr>
        <p:spPr>
          <a:xfrm>
            <a:off x="1019175" y="1844675"/>
            <a:ext cx="10153650" cy="4068811"/>
          </a:xfrm>
          <a:prstGeom prst="rect">
            <a:avLst/>
          </a:prstGeom>
        </p:spPr>
        <p:txBody>
          <a:bodyPr/>
          <a:lstStyle>
            <a:lvl1pPr marL="457200" marR="0" indent="-457200" algn="just" defTabSz="801370" rtl="0" eaLnBrk="1" fontAlgn="ctr" latinLnBrk="0" hangingPunct="1">
              <a:lnSpc>
                <a:spcPct val="140000"/>
              </a:lnSpc>
              <a:spcBef>
                <a:spcPct val="30000"/>
              </a:spcBef>
              <a:spcAft>
                <a:spcPct val="0"/>
              </a:spcAft>
              <a:buClrTx/>
              <a:buSzPct val="100000"/>
              <a:buFont typeface="+mj-lt"/>
              <a:buAutoNum type="arabicPeriod"/>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fontAlgn="ctr">
              <a:buClrTx/>
              <a:buSzPct val="100000"/>
              <a:buFont typeface="Huawei Sans" panose="020C0503030203020204" pitchFamily="34" charset="0"/>
              <a:buChar char="▫"/>
              <a:defRPr baseline="0">
                <a:latin typeface="Huawei Sans" panose="020C0503030203020204" pitchFamily="34" charset="0"/>
                <a:ea typeface="方正兰亭黑简体" panose="02000000000000000000" pitchFamily="2" charset="-122"/>
              </a:defRPr>
            </a:lvl2pPr>
            <a:lvl3pPr>
              <a:defRPr/>
            </a:lvl3pPr>
            <a:lvl5pPr>
              <a:buNone/>
              <a:defRPr/>
            </a:lvl5pPr>
          </a:lstStyle>
          <a:p>
            <a:pPr marL="457200" indent="-457200">
              <a:buSzPct val="100000"/>
              <a:buFont typeface="+mj-lt"/>
              <a:buAutoNum type="arabicPeriod"/>
            </a:pPr>
            <a:r>
              <a:rPr lang="zh-CN" altLang="en-US" dirty="0"/>
              <a:t>一级目录一</a:t>
            </a:r>
            <a:endParaRPr lang="en-US" altLang="zh-CN" dirty="0"/>
          </a:p>
          <a:p>
            <a:pPr marL="654050" lvl="1" indent="-457200">
              <a:buSzPct val="100000"/>
              <a:buFont typeface="+mj-lt"/>
              <a:buAutoNum type="arabicPeriod"/>
            </a:pPr>
            <a:endParaRPr lang="en-US" altLang="zh-CN" dirty="0"/>
          </a:p>
          <a:p>
            <a:pPr marL="457200" indent="-457200">
              <a:buSzPct val="100000"/>
              <a:buFont typeface="+mj-lt"/>
              <a:buAutoNum type="arabicPeriod"/>
            </a:pPr>
            <a:r>
              <a:rPr lang="zh-CN" altLang="en-US" dirty="0"/>
              <a:t>一级目录二</a:t>
            </a:r>
            <a:endParaRPr lang="en-US" altLang="zh-CN" dirty="0"/>
          </a:p>
          <a:p>
            <a:pPr marL="457200" indent="-457200">
              <a:buSzPct val="100000"/>
              <a:buFont typeface="+mj-lt"/>
              <a:buAutoNum type="arabicPeriod"/>
            </a:pPr>
            <a:r>
              <a:rPr lang="zh-CN" altLang="en-US" dirty="0"/>
              <a:t>一级目录三</a:t>
            </a:r>
            <a:endParaRPr lang="en-US" altLang="zh-CN" dirty="0"/>
          </a:p>
          <a:p>
            <a:pPr marL="457200" indent="-457200">
              <a:buSzPct val="100000"/>
              <a:buFont typeface="+mj-lt"/>
              <a:buAutoNum type="arabicPeriod"/>
            </a:pPr>
            <a:r>
              <a:rPr lang="zh-CN" altLang="en-US" dirty="0"/>
              <a:t>一级目录四</a:t>
            </a:r>
            <a:endParaRPr lang="en-US" altLang="zh-CN" dirty="0"/>
          </a:p>
          <a:p>
            <a:endParaRPr lang="zh-CN" altLang="en-US" dirty="0"/>
          </a:p>
        </p:txBody>
      </p:sp>
      <p:cxnSp>
        <p:nvCxnSpPr>
          <p:cNvPr id="28" name="直线连接符 14"/>
          <p:cNvCxnSpPr/>
          <p:nvPr userDrawn="1"/>
        </p:nvCxnSpPr>
        <p:spPr>
          <a:xfrm flipH="1">
            <a:off x="1029918" y="1349255"/>
            <a:ext cx="885967"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30" name="文本框 16"/>
          <p:cNvSpPr txBox="1"/>
          <p:nvPr userDrawn="1"/>
        </p:nvSpPr>
        <p:spPr>
          <a:xfrm>
            <a:off x="918916" y="630373"/>
            <a:ext cx="1147485" cy="653509"/>
          </a:xfrm>
          <a:prstGeom prst="rect">
            <a:avLst/>
          </a:prstGeom>
          <a:noFill/>
        </p:spPr>
        <p:txBody>
          <a:bodyPr wrap="none" rtlCol="0">
            <a:spAutoFit/>
          </a:bodyPr>
          <a:lstStyle>
            <a:defPPr>
              <a:defRPr lang="en-US"/>
            </a:defPPr>
            <a:lvl1pPr defTabSz="1001395" eaLnBrk="0" fontAlgn="ctr" hangingPunct="0">
              <a:defRPr sz="3640" b="0" baseline="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目录</a:t>
            </a:r>
            <a:endParaRPr lang="zh-CN" alt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6#本节概述和学习目标(可选)">
    <p:bg>
      <p:bgPr>
        <a:solidFill>
          <a:srgbClr val="EBEBEB"/>
        </a:solidFill>
        <a:effectLst/>
      </p:bgPr>
    </p:bg>
    <p:spTree>
      <p:nvGrpSpPr>
        <p:cNvPr id="1" name=""/>
        <p:cNvGrpSpPr/>
        <p:nvPr/>
      </p:nvGrpSpPr>
      <p:grpSpPr>
        <a:xfrm>
          <a:off x="0" y="0"/>
          <a:ext cx="0" cy="0"/>
          <a:chOff x="0" y="0"/>
          <a:chExt cx="0" cy="0"/>
        </a:xfrm>
      </p:grpSpPr>
      <p:sp>
        <p:nvSpPr>
          <p:cNvPr id="15" name="文本占位符 6"/>
          <p:cNvSpPr>
            <a:spLocks noGrp="1"/>
          </p:cNvSpPr>
          <p:nvPr>
            <p:ph type="body" sz="quarter" idx="10"/>
          </p:nvPr>
        </p:nvSpPr>
        <p:spPr>
          <a:xfrm>
            <a:off x="1019174" y="1844675"/>
            <a:ext cx="10153651" cy="4082668"/>
          </a:xfrm>
          <a:prstGeom prst="rect">
            <a:avLst/>
          </a:prstGeom>
        </p:spPr>
        <p:txBody>
          <a:bodyPr/>
          <a:lstStyle>
            <a:lvl1pPr marL="302260" indent="-302260" algn="just" fontAlgn="ctr">
              <a:buClrTx/>
              <a:buSzPct val="50000"/>
              <a:buFont typeface="Wingdings" panose="05000000000000000000" pitchFamily="2" charset="2"/>
              <a:buChar char="l"/>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marL="654685" indent="-252095" fontAlgn="ctr">
              <a:buClrTx/>
              <a:buSzPct val="50000"/>
              <a:buFont typeface="Wingdings" panose="05000000000000000000" pitchFamily="2" charset="2"/>
              <a:buChar char="p"/>
              <a:defRPr baseline="0">
                <a:solidFill>
                  <a:schemeClr val="tx1"/>
                </a:solidFill>
                <a:latin typeface="Huawei Sans" panose="020C0503030203020204" pitchFamily="34" charset="0"/>
                <a:ea typeface="方正兰亭黑简体" panose="02000000000000000000" pitchFamily="2" charset="-122"/>
              </a:defRPr>
            </a:lvl2pPr>
            <a:lvl3pPr marL="1003935" indent="-201295" fontAlgn="ctr">
              <a:buSzPct val="50000"/>
              <a:buFont typeface="Wingdings" panose="05000000000000000000" pitchFamily="2" charset="2"/>
              <a:buChar char="n"/>
              <a:defRPr lang="zh-CN" altLang="en-US" baseline="0" dirty="0" smtClean="0">
                <a:solidFill>
                  <a:schemeClr val="tx1"/>
                </a:solidFill>
                <a:latin typeface="Huawei Sans" panose="020C0503030203020204" pitchFamily="34" charset="0"/>
                <a:ea typeface="方正兰亭黑简体" panose="02000000000000000000" pitchFamily="2" charset="-122"/>
              </a:defRPr>
            </a:lvl3pPr>
            <a:lvl4pPr fontAlgn="ctr">
              <a:defRPr baseline="0">
                <a:latin typeface="Huawei Sans" panose="020C0503030203020204" pitchFamily="34" charset="0"/>
                <a:ea typeface="方正兰亭黑简体" panose="02000000000000000000" pitchFamily="2" charset="-122"/>
              </a:defRPr>
            </a:lvl4pPr>
            <a:lvl5pPr marL="1802765" indent="-201295" fontAlgn="ctr">
              <a:buClrTx/>
              <a:buFont typeface="Huawei Sans" panose="020C0503030203020204" pitchFamily="34" charset="0"/>
              <a:buChar char="~"/>
              <a:defRPr baseline="0">
                <a:latin typeface="Huawei Sans" panose="020C0503030203020204" pitchFamily="34" charset="0"/>
                <a:ea typeface="方正兰亭黑简体" panose="02000000000000000000" pitchFamily="2"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a:p>
            <a:pPr eaLnBrk="1" hangingPunct="1"/>
            <a:endParaRPr lang="en-US" altLang="zh-CN" dirty="0"/>
          </a:p>
        </p:txBody>
      </p:sp>
      <p:cxnSp>
        <p:nvCxnSpPr>
          <p:cNvPr id="14" name="直线连接符 14"/>
          <p:cNvCxnSpPr/>
          <p:nvPr userDrawn="1"/>
        </p:nvCxnSpPr>
        <p:spPr>
          <a:xfrm flipH="1">
            <a:off x="1029917" y="1349255"/>
            <a:ext cx="414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27" name="文本框 16"/>
          <p:cNvSpPr txBox="1"/>
          <p:nvPr userDrawn="1"/>
        </p:nvSpPr>
        <p:spPr>
          <a:xfrm>
            <a:off x="918916" y="630373"/>
            <a:ext cx="4397358" cy="652486"/>
          </a:xfrm>
          <a:prstGeom prst="rect">
            <a:avLst/>
          </a:prstGeom>
          <a:noFill/>
        </p:spPr>
        <p:txBody>
          <a:bodyPr wrap="none" rtlCol="0">
            <a:spAutoFit/>
          </a:bodyPr>
          <a:lstStyle/>
          <a:p>
            <a:pPr defTabSz="1001395" eaLnBrk="0" fontAlgn="ctr" hangingPunct="0"/>
            <a:r>
              <a:rPr lang="zh-CN" altLang="en-US" sz="3640" b="0" baseline="0" dirty="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rPr>
              <a:t>本节概述和学习目标</a:t>
            </a:r>
            <a:endParaRPr lang="zh-CN" altLang="en-US" sz="3640" b="0" baseline="0" dirty="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10#思考题">
    <p:spTree>
      <p:nvGrpSpPr>
        <p:cNvPr id="1" name=""/>
        <p:cNvGrpSpPr/>
        <p:nvPr/>
      </p:nvGrpSpPr>
      <p:grpSpPr>
        <a:xfrm>
          <a:off x="0" y="0"/>
          <a:ext cx="0" cy="0"/>
          <a:chOff x="0" y="0"/>
          <a:chExt cx="0" cy="0"/>
        </a:xfrm>
      </p:grpSpPr>
      <p:sp>
        <p:nvSpPr>
          <p:cNvPr id="4" name="文本占位符 6"/>
          <p:cNvSpPr>
            <a:spLocks noGrp="1"/>
          </p:cNvSpPr>
          <p:nvPr>
            <p:ph type="body" sz="quarter" idx="10" hasCustomPrompt="1"/>
          </p:nvPr>
        </p:nvSpPr>
        <p:spPr>
          <a:xfrm>
            <a:off x="1019176" y="1844675"/>
            <a:ext cx="10153650" cy="4068812"/>
          </a:xfrm>
          <a:prstGeom prst="rect">
            <a:avLst/>
          </a:prstGeom>
        </p:spPr>
        <p:txBody>
          <a:bodyPr/>
          <a:lstStyle>
            <a:lvl1pPr marL="457200" marR="0" indent="-457200" algn="just" defTabSz="802005" rtl="0" eaLnBrk="1" fontAlgn="ctr" latinLnBrk="0" hangingPunct="1">
              <a:lnSpc>
                <a:spcPct val="140000"/>
              </a:lnSpc>
              <a:spcBef>
                <a:spcPct val="30000"/>
              </a:spcBef>
              <a:spcAft>
                <a:spcPct val="0"/>
              </a:spcAft>
              <a:buClr>
                <a:schemeClr val="tx1"/>
              </a:buClr>
              <a:buSzPct val="100000"/>
              <a:buFont typeface="+mj-lt"/>
              <a:buAutoNum type="arabicPeriod"/>
              <a:defRPr sz="2000" baseline="0">
                <a:latin typeface="Huawei Sans" panose="020C0503030203020204" pitchFamily="34" charset="0"/>
                <a:ea typeface="方正兰亭黑简体" panose="02000000000000000000" pitchFamily="2" charset="-122"/>
                <a:cs typeface="Huawei Sans" panose="020C0503030203020204" pitchFamily="34" charset="0"/>
              </a:defRPr>
            </a:lvl1pPr>
            <a:lvl2pPr marL="744220" indent="-342900" algn="just" fontAlgn="ctr">
              <a:buSzPct val="100000"/>
              <a:buFont typeface="+mj-lt"/>
              <a:buAutoNum type="alphaUcPeriod"/>
              <a:defRPr sz="1800" baseline="0">
                <a:latin typeface="Huawei Sans" panose="020C0503030203020204" pitchFamily="34" charset="0"/>
              </a:defRPr>
            </a:lvl2pPr>
            <a:lvl3pPr>
              <a:defRPr/>
            </a:lvl3pPr>
            <a:lvl5pPr>
              <a:buNone/>
              <a:defRPr/>
            </a:lvl5pPr>
          </a:lstStyle>
          <a:p>
            <a:r>
              <a:rPr lang="zh-CN" altLang="en-US" dirty="0"/>
              <a:t>此版式用于思考题具体格式</a:t>
            </a:r>
            <a:endParaRPr lang="en-US" altLang="zh-CN" dirty="0"/>
          </a:p>
        </p:txBody>
      </p:sp>
      <p:cxnSp>
        <p:nvCxnSpPr>
          <p:cNvPr id="24" name="直线连接符 14"/>
          <p:cNvCxnSpPr/>
          <p:nvPr userDrawn="1"/>
        </p:nvCxnSpPr>
        <p:spPr>
          <a:xfrm flipH="1">
            <a:off x="1029917" y="1349255"/>
            <a:ext cx="1368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25" name="文本框 16"/>
          <p:cNvSpPr txBox="1"/>
          <p:nvPr userDrawn="1"/>
        </p:nvSpPr>
        <p:spPr>
          <a:xfrm>
            <a:off x="918916" y="630373"/>
            <a:ext cx="1584088" cy="651845"/>
          </a:xfrm>
          <a:prstGeom prst="rect">
            <a:avLst/>
          </a:prstGeom>
          <a:noFill/>
        </p:spPr>
        <p:txBody>
          <a:bodyPr wrap="none" rtlCol="0">
            <a:spAutoFit/>
          </a:bodyPr>
          <a:lstStyle/>
          <a:p>
            <a:r>
              <a:rPr kumimoji="1" lang="zh-CN" altLang="en-US" sz="3635" baseline="0" dirty="0">
                <a:solidFill>
                  <a:schemeClr val="tx1"/>
                </a:solidFill>
                <a:latin typeface="Huawei Sans" panose="020C0503030203020204" pitchFamily="34" charset="0"/>
                <a:ea typeface="方正兰亭黑简体" panose="02000000000000000000" pitchFamily="2" charset="-122"/>
                <a:cs typeface="微软雅黑" panose="020B0503020204020204" pitchFamily="34" charset="-122"/>
              </a:rPr>
              <a:t>思考题</a:t>
            </a:r>
            <a:endParaRPr kumimoji="1" lang="zh-CN" altLang="en-US" sz="3635" baseline="0" dirty="0">
              <a:solidFill>
                <a:schemeClr val="tx1"/>
              </a:solidFill>
              <a:latin typeface="Huawei Sans" panose="020C0503030203020204" pitchFamily="34" charset="0"/>
              <a:ea typeface="方正兰亭黑简体" panose="02000000000000000000" pitchFamily="2" charset="-122"/>
              <a:cs typeface="微软雅黑" panose="020B0503020204020204" pitchFamily="34" charset="-122"/>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11#本节小结（可选）">
    <p:spTree>
      <p:nvGrpSpPr>
        <p:cNvPr id="1" name=""/>
        <p:cNvGrpSpPr/>
        <p:nvPr/>
      </p:nvGrpSpPr>
      <p:grpSpPr>
        <a:xfrm>
          <a:off x="0" y="0"/>
          <a:ext cx="0" cy="0"/>
          <a:chOff x="0" y="0"/>
          <a:chExt cx="0" cy="0"/>
        </a:xfrm>
      </p:grpSpPr>
      <p:sp>
        <p:nvSpPr>
          <p:cNvPr id="10" name="内容占位符 6"/>
          <p:cNvSpPr>
            <a:spLocks noGrp="1"/>
          </p:cNvSpPr>
          <p:nvPr>
            <p:ph sz="quarter" idx="10" hasCustomPrompt="1"/>
          </p:nvPr>
        </p:nvSpPr>
        <p:spPr>
          <a:xfrm>
            <a:off x="1019175" y="1844675"/>
            <a:ext cx="10153650" cy="4082880"/>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2pPr>
            <a:lvl3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3pPr>
            <a:lvl4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4pPr>
            <a:lvl5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5pPr>
          </a:lstStyle>
          <a:p>
            <a:pPr lvl="0"/>
            <a:r>
              <a:rPr lang="zh-CN" altLang="en-US" dirty="0"/>
              <a:t>此版式用于每一节的小结</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cxnSp>
        <p:nvCxnSpPr>
          <p:cNvPr id="11" name="直线连接符 14"/>
          <p:cNvCxnSpPr/>
          <p:nvPr userDrawn="1"/>
        </p:nvCxnSpPr>
        <p:spPr>
          <a:xfrm flipH="1">
            <a:off x="1029917" y="1349255"/>
            <a:ext cx="180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12" name="文本框 16"/>
          <p:cNvSpPr txBox="1"/>
          <p:nvPr userDrawn="1"/>
        </p:nvSpPr>
        <p:spPr>
          <a:xfrm>
            <a:off x="918916" y="630373"/>
            <a:ext cx="2050561" cy="651845"/>
          </a:xfrm>
          <a:prstGeom prst="rect">
            <a:avLst/>
          </a:prstGeom>
          <a:noFill/>
        </p:spPr>
        <p:txBody>
          <a:bodyPr wrap="none" rtlCol="0">
            <a:spAutoFit/>
          </a:bodyPr>
          <a:lstStyle/>
          <a:p>
            <a:r>
              <a:rPr kumimoji="1" lang="zh-CN" altLang="en-US" sz="3635" baseline="0" dirty="0">
                <a:solidFill>
                  <a:schemeClr val="tx1"/>
                </a:solidFill>
                <a:latin typeface="Huawei Sans" panose="020C0503030203020204" pitchFamily="34" charset="0"/>
                <a:ea typeface="方正兰亭黑简体" panose="02000000000000000000" pitchFamily="2" charset="-122"/>
                <a:cs typeface="微软雅黑" panose="020B0503020204020204" pitchFamily="34" charset="-122"/>
              </a:rPr>
              <a:t>本节小结</a:t>
            </a:r>
            <a:endParaRPr kumimoji="1" lang="zh-CN" altLang="en-US" sz="3635" baseline="0" dirty="0">
              <a:solidFill>
                <a:schemeClr val="tx1"/>
              </a:solidFill>
              <a:latin typeface="Huawei Sans" panose="020C0503030203020204" pitchFamily="34" charset="0"/>
              <a:ea typeface="方正兰亭黑简体" panose="02000000000000000000" pitchFamily="2" charset="-122"/>
              <a:cs typeface="微软雅黑" panose="020B0503020204020204" pitchFamily="34" charset="-122"/>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12#本章总结">
    <p:spTree>
      <p:nvGrpSpPr>
        <p:cNvPr id="1" name=""/>
        <p:cNvGrpSpPr/>
        <p:nvPr/>
      </p:nvGrpSpPr>
      <p:grpSpPr>
        <a:xfrm>
          <a:off x="0" y="0"/>
          <a:ext cx="0" cy="0"/>
          <a:chOff x="0" y="0"/>
          <a:chExt cx="0" cy="0"/>
        </a:xfrm>
      </p:grpSpPr>
      <p:sp>
        <p:nvSpPr>
          <p:cNvPr id="10" name="内容占位符 6"/>
          <p:cNvSpPr>
            <a:spLocks noGrp="1"/>
          </p:cNvSpPr>
          <p:nvPr>
            <p:ph sz="quarter" idx="10"/>
          </p:nvPr>
        </p:nvSpPr>
        <p:spPr>
          <a:xfrm>
            <a:off x="1019175" y="1844675"/>
            <a:ext cx="10153650" cy="4082880"/>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2pPr>
            <a:lvl3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3pPr>
            <a:lvl4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4pPr>
            <a:lvl5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cxnSp>
        <p:nvCxnSpPr>
          <p:cNvPr id="9" name="直线连接符 14"/>
          <p:cNvCxnSpPr/>
          <p:nvPr userDrawn="1"/>
        </p:nvCxnSpPr>
        <p:spPr>
          <a:xfrm flipH="1">
            <a:off x="1029917" y="1349255"/>
            <a:ext cx="180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11" name="文本框 16"/>
          <p:cNvSpPr txBox="1"/>
          <p:nvPr userDrawn="1"/>
        </p:nvSpPr>
        <p:spPr>
          <a:xfrm>
            <a:off x="918916" y="630373"/>
            <a:ext cx="2050561" cy="651845"/>
          </a:xfrm>
          <a:prstGeom prst="rect">
            <a:avLst/>
          </a:prstGeom>
          <a:noFill/>
        </p:spPr>
        <p:txBody>
          <a:bodyPr wrap="none" rtlCol="0">
            <a:spAutoFit/>
          </a:bodyPr>
          <a:lstStyle/>
          <a:p>
            <a:r>
              <a:rPr kumimoji="1" lang="zh-CN" altLang="en-US" sz="3635" baseline="0" dirty="0">
                <a:solidFill>
                  <a:schemeClr val="tx1"/>
                </a:solidFill>
                <a:latin typeface="Huawei Sans" panose="020C0503030203020204" pitchFamily="34" charset="0"/>
                <a:ea typeface="方正兰亭黑简体" panose="02000000000000000000" pitchFamily="2" charset="-122"/>
                <a:cs typeface="微软雅黑" panose="020B0503020204020204" pitchFamily="34" charset="-122"/>
              </a:rPr>
              <a:t>本章总结</a:t>
            </a:r>
            <a:endParaRPr kumimoji="1" lang="zh-CN" altLang="en-US" sz="3635" baseline="0" dirty="0">
              <a:solidFill>
                <a:schemeClr val="tx1"/>
              </a:solidFill>
              <a:latin typeface="Huawei Sans" panose="020C0503030203020204" pitchFamily="34" charset="0"/>
              <a:ea typeface="方正兰亭黑简体" panose="02000000000000000000" pitchFamily="2" charset="-122"/>
              <a:cs typeface="微软雅黑" panose="020B0503020204020204" pitchFamily="34" charset="-122"/>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13#更多信息(可选)">
    <p:spTree>
      <p:nvGrpSpPr>
        <p:cNvPr id="1" name=""/>
        <p:cNvGrpSpPr/>
        <p:nvPr/>
      </p:nvGrpSpPr>
      <p:grpSpPr>
        <a:xfrm>
          <a:off x="0" y="0"/>
          <a:ext cx="0" cy="0"/>
          <a:chOff x="0" y="0"/>
          <a:chExt cx="0" cy="0"/>
        </a:xfrm>
      </p:grpSpPr>
      <p:sp>
        <p:nvSpPr>
          <p:cNvPr id="3" name="文本占位符 6"/>
          <p:cNvSpPr>
            <a:spLocks noGrp="1"/>
          </p:cNvSpPr>
          <p:nvPr>
            <p:ph type="body" sz="quarter" idx="10" hasCustomPrompt="1"/>
          </p:nvPr>
        </p:nvSpPr>
        <p:spPr>
          <a:xfrm>
            <a:off x="1019175" y="1844675"/>
            <a:ext cx="10153650" cy="4082880"/>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vl5pPr>
              <a:buNone/>
              <a:defRPr/>
            </a:lvl5pPr>
          </a:lstStyle>
          <a:p>
            <a:r>
              <a:rPr lang="zh-CN" altLang="en-US" dirty="0"/>
              <a:t>此版式用于提供给学员更多学习信息。</a:t>
            </a:r>
            <a:endParaRPr lang="zh-CN" altLang="en-US" dirty="0"/>
          </a:p>
        </p:txBody>
      </p:sp>
      <p:cxnSp>
        <p:nvCxnSpPr>
          <p:cNvPr id="12" name="直线连接符 14"/>
          <p:cNvCxnSpPr/>
          <p:nvPr userDrawn="1"/>
        </p:nvCxnSpPr>
        <p:spPr>
          <a:xfrm flipH="1">
            <a:off x="1029917" y="1349255"/>
            <a:ext cx="180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13" name="文本框 16"/>
          <p:cNvSpPr txBox="1"/>
          <p:nvPr userDrawn="1"/>
        </p:nvSpPr>
        <p:spPr>
          <a:xfrm>
            <a:off x="918916" y="630373"/>
            <a:ext cx="2050561" cy="651845"/>
          </a:xfrm>
          <a:prstGeom prst="rect">
            <a:avLst/>
          </a:prstGeom>
          <a:noFill/>
        </p:spPr>
        <p:txBody>
          <a:bodyPr wrap="none" rtlCol="0">
            <a:spAutoFit/>
          </a:bodyPr>
          <a:lstStyle/>
          <a:p>
            <a:r>
              <a:rPr kumimoji="1" lang="zh-CN" altLang="en-US" sz="3635" baseline="0" dirty="0">
                <a:solidFill>
                  <a:schemeClr val="tx1"/>
                </a:solidFill>
                <a:latin typeface="Huawei Sans" panose="020C0503030203020204" pitchFamily="34" charset="0"/>
                <a:ea typeface="方正兰亭黑简体" panose="02000000000000000000" pitchFamily="2" charset="-122"/>
                <a:cs typeface="微软雅黑" panose="020B0503020204020204" pitchFamily="34" charset="-122"/>
              </a:rPr>
              <a:t>更多信息</a:t>
            </a:r>
            <a:endParaRPr kumimoji="1" lang="zh-CN" altLang="en-US" sz="3635" baseline="0" dirty="0">
              <a:solidFill>
                <a:schemeClr val="tx1"/>
              </a:solidFill>
              <a:latin typeface="Huawei Sans" panose="020C0503030203020204" pitchFamily="34" charset="0"/>
              <a:ea typeface="方正兰亭黑简体" panose="02000000000000000000" pitchFamily="2" charset="-122"/>
              <a:cs typeface="微软雅黑" panose="020B0503020204020204" pitchFamily="34" charset="-122"/>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14#学习推荐(可选)">
    <p:spTree>
      <p:nvGrpSpPr>
        <p:cNvPr id="1" name=""/>
        <p:cNvGrpSpPr/>
        <p:nvPr/>
      </p:nvGrpSpPr>
      <p:grpSpPr>
        <a:xfrm>
          <a:off x="0" y="0"/>
          <a:ext cx="0" cy="0"/>
          <a:chOff x="0" y="0"/>
          <a:chExt cx="0" cy="0"/>
        </a:xfrm>
      </p:grpSpPr>
      <p:sp>
        <p:nvSpPr>
          <p:cNvPr id="3" name="文本占位符 6"/>
          <p:cNvSpPr>
            <a:spLocks noGrp="1"/>
          </p:cNvSpPr>
          <p:nvPr>
            <p:ph type="body" sz="quarter" idx="10"/>
          </p:nvPr>
        </p:nvSpPr>
        <p:spPr>
          <a:xfrm>
            <a:off x="1019175" y="1844675"/>
            <a:ext cx="10153650" cy="4082880"/>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stStyle>
          <a:p>
            <a:endParaRPr lang="zh-CN" altLang="en-US" dirty="0"/>
          </a:p>
        </p:txBody>
      </p:sp>
      <p:cxnSp>
        <p:nvCxnSpPr>
          <p:cNvPr id="14" name="直线连接符 14"/>
          <p:cNvCxnSpPr/>
          <p:nvPr userDrawn="1"/>
        </p:nvCxnSpPr>
        <p:spPr>
          <a:xfrm flipH="1">
            <a:off x="1029917" y="1349255"/>
            <a:ext cx="180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15" name="文本框 16"/>
          <p:cNvSpPr txBox="1"/>
          <p:nvPr userDrawn="1"/>
        </p:nvSpPr>
        <p:spPr>
          <a:xfrm>
            <a:off x="918916" y="630373"/>
            <a:ext cx="2050561" cy="651845"/>
          </a:xfrm>
          <a:prstGeom prst="rect">
            <a:avLst/>
          </a:prstGeom>
          <a:noFill/>
        </p:spPr>
        <p:txBody>
          <a:bodyPr wrap="none" rtlCol="0">
            <a:spAutoFit/>
          </a:bodyPr>
          <a:lstStyle/>
          <a:p>
            <a:r>
              <a:rPr kumimoji="1" lang="zh-CN" altLang="en-US" sz="3635" baseline="0" dirty="0">
                <a:solidFill>
                  <a:schemeClr val="tx1"/>
                </a:solidFill>
                <a:latin typeface="Huawei Sans" panose="020C0503030203020204" pitchFamily="34" charset="0"/>
                <a:ea typeface="方正兰亭黑简体" panose="02000000000000000000" pitchFamily="2" charset="-122"/>
                <a:cs typeface="微软雅黑" panose="020B0503020204020204" pitchFamily="34" charset="-122"/>
              </a:rPr>
              <a:t>学习推荐</a:t>
            </a:r>
            <a:endParaRPr kumimoji="1" lang="zh-CN" altLang="en-US" sz="3635" baseline="0" dirty="0">
              <a:solidFill>
                <a:schemeClr val="tx1"/>
              </a:solidFill>
              <a:latin typeface="Huawei Sans" panose="020C0503030203020204" pitchFamily="34" charset="0"/>
              <a:ea typeface="方正兰亭黑简体" panose="02000000000000000000" pitchFamily="2" charset="-122"/>
              <a:cs typeface="微软雅黑" panose="020B0503020204020204" pitchFamily="34" charset="-122"/>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7#标题和内容">
    <p:spTree>
      <p:nvGrpSpPr>
        <p:cNvPr id="1" name=""/>
        <p:cNvGrpSpPr/>
        <p:nvPr/>
      </p:nvGrpSpPr>
      <p:grpSpPr>
        <a:xfrm>
          <a:off x="0" y="0"/>
          <a:ext cx="0" cy="0"/>
          <a:chOff x="0" y="0"/>
          <a:chExt cx="0" cy="0"/>
        </a:xfrm>
      </p:grpSpPr>
      <p:sp>
        <p:nvSpPr>
          <p:cNvPr id="3" name="标题 1"/>
          <p:cNvSpPr>
            <a:spLocks noGrp="1"/>
          </p:cNvSpPr>
          <p:nvPr>
            <p:ph type="title"/>
          </p:nvPr>
        </p:nvSpPr>
        <p:spPr>
          <a:xfrm>
            <a:off x="455612" y="447468"/>
            <a:ext cx="11293475" cy="1001920"/>
          </a:xfrm>
          <a:prstGeom prst="rect">
            <a:avLst/>
          </a:prstGeom>
        </p:spPr>
        <p:txBody>
          <a:bodyPr lIns="0" tIns="0" rIns="0" bIns="0" anchor="t">
            <a:normAutofit/>
          </a:bodyPr>
          <a:lstStyle>
            <a:lvl1pPr>
              <a:defRPr lang="zh-CN" altLang="en-US" baseline="0" dirty="0">
                <a:latin typeface="Huawei Sans" panose="020C0503030203020204" pitchFamily="34" charset="0"/>
                <a:ea typeface="方正兰亭黑简体" panose="02000000000000000000" pitchFamily="2" charset="-122"/>
              </a:defRPr>
            </a:lvl1pPr>
          </a:lstStyle>
          <a:p>
            <a:pPr marL="0" lvl="0" indent="0" defTabSz="1188085">
              <a:lnSpc>
                <a:spcPts val="3430"/>
              </a:lnSpc>
              <a:spcBef>
                <a:spcPts val="0"/>
              </a:spcBef>
              <a:buFont typeface="Arial" panose="020B0604020202020204" pitchFamily="34" charset="0"/>
            </a:pPr>
            <a:r>
              <a:rPr lang="zh-CN" altLang="en-US" dirty="0"/>
              <a:t>单击此处编辑母版标题样式</a:t>
            </a:r>
            <a:endParaRPr lang="zh-CN" altLang="en-US" dirty="0"/>
          </a:p>
        </p:txBody>
      </p:sp>
      <p:sp>
        <p:nvSpPr>
          <p:cNvPr id="9" name="文本占位符 6"/>
          <p:cNvSpPr>
            <a:spLocks noGrp="1"/>
          </p:cNvSpPr>
          <p:nvPr>
            <p:ph type="body" sz="quarter" idx="10" hasCustomPrompt="1"/>
          </p:nvPr>
        </p:nvSpPr>
        <p:spPr>
          <a:xfrm>
            <a:off x="455612" y="1484312"/>
            <a:ext cx="11293476" cy="4443243"/>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stStyle>
          <a:p>
            <a:r>
              <a:rPr lang="zh-CN" altLang="en-US" dirty="0"/>
              <a:t>单击此处输入文字</a:t>
            </a:r>
            <a:endParaRPr lang="zh-CN" alt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7*#标题和内容（一行标题）">
    <p:spTree>
      <p:nvGrpSpPr>
        <p:cNvPr id="1" name=""/>
        <p:cNvGrpSpPr/>
        <p:nvPr/>
      </p:nvGrpSpPr>
      <p:grpSpPr>
        <a:xfrm>
          <a:off x="0" y="0"/>
          <a:ext cx="0" cy="0"/>
          <a:chOff x="0" y="0"/>
          <a:chExt cx="0" cy="0"/>
        </a:xfrm>
      </p:grpSpPr>
      <p:sp>
        <p:nvSpPr>
          <p:cNvPr id="3" name="标题 1"/>
          <p:cNvSpPr>
            <a:spLocks noGrp="1"/>
          </p:cNvSpPr>
          <p:nvPr>
            <p:ph type="title"/>
          </p:nvPr>
        </p:nvSpPr>
        <p:spPr>
          <a:xfrm>
            <a:off x="455613" y="447468"/>
            <a:ext cx="11293474" cy="485982"/>
          </a:xfrm>
          <a:prstGeom prst="rect">
            <a:avLst/>
          </a:prstGeom>
        </p:spPr>
        <p:txBody>
          <a:bodyPr lIns="0" tIns="0" rIns="0" bIns="0" anchor="t">
            <a:normAutofit/>
          </a:bodyPr>
          <a:lstStyle>
            <a:lvl1pPr>
              <a:defRPr lang="zh-CN" altLang="en-US" baseline="0" dirty="0">
                <a:latin typeface="Huawei Sans" panose="020C0503030203020204" pitchFamily="34" charset="0"/>
                <a:ea typeface="方正兰亭黑简体" panose="02000000000000000000" pitchFamily="2" charset="-122"/>
              </a:defRPr>
            </a:lvl1pPr>
          </a:lstStyle>
          <a:p>
            <a:pPr marL="0" lvl="0" indent="0" defTabSz="1188085">
              <a:lnSpc>
                <a:spcPts val="3430"/>
              </a:lnSpc>
              <a:spcBef>
                <a:spcPts val="0"/>
              </a:spcBef>
              <a:buFont typeface="Arial" panose="020B0604020202020204" pitchFamily="34" charset="0"/>
            </a:pPr>
            <a:r>
              <a:rPr lang="zh-CN" altLang="en-US" dirty="0"/>
              <a:t>单击此处编辑母版标题样式</a:t>
            </a:r>
            <a:endParaRPr lang="zh-CN" altLang="en-US" dirty="0"/>
          </a:p>
        </p:txBody>
      </p:sp>
      <p:sp>
        <p:nvSpPr>
          <p:cNvPr id="9" name="文本占位符 6"/>
          <p:cNvSpPr>
            <a:spLocks noGrp="1"/>
          </p:cNvSpPr>
          <p:nvPr>
            <p:ph type="body" sz="quarter" idx="10" hasCustomPrompt="1"/>
          </p:nvPr>
        </p:nvSpPr>
        <p:spPr>
          <a:xfrm>
            <a:off x="455612" y="1047750"/>
            <a:ext cx="11293475" cy="4879805"/>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stStyle>
          <a:p>
            <a:r>
              <a:rPr lang="zh-CN" altLang="en-US" dirty="0"/>
              <a:t>单击此处输入文字</a:t>
            </a:r>
            <a:endParaRPr lang="zh-CN" alt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8#仅标题（两行标题）">
    <p:spTree>
      <p:nvGrpSpPr>
        <p:cNvPr id="1" name=""/>
        <p:cNvGrpSpPr/>
        <p:nvPr/>
      </p:nvGrpSpPr>
      <p:grpSpPr>
        <a:xfrm>
          <a:off x="0" y="0"/>
          <a:ext cx="0" cy="0"/>
          <a:chOff x="0" y="0"/>
          <a:chExt cx="0" cy="0"/>
        </a:xfrm>
      </p:grpSpPr>
      <p:sp>
        <p:nvSpPr>
          <p:cNvPr id="3" name="标题 1"/>
          <p:cNvSpPr>
            <a:spLocks noGrp="1"/>
          </p:cNvSpPr>
          <p:nvPr>
            <p:ph type="title"/>
          </p:nvPr>
        </p:nvSpPr>
        <p:spPr>
          <a:xfrm>
            <a:off x="455613" y="447468"/>
            <a:ext cx="11293475" cy="1001920"/>
          </a:xfrm>
          <a:prstGeom prst="rect">
            <a:avLst/>
          </a:prstGeom>
        </p:spPr>
        <p:txBody>
          <a:bodyPr lIns="0" tIns="0" rIns="0" bIns="0" anchor="t">
            <a:normAutofit/>
          </a:bodyPr>
          <a:lstStyle>
            <a:lvl1pPr>
              <a:defRPr lang="zh-CN" altLang="en-US" baseline="0" dirty="0"/>
            </a:lvl1pPr>
          </a:lstStyle>
          <a:p>
            <a:pPr marL="0" lvl="0" indent="0" defTabSz="1188085">
              <a:lnSpc>
                <a:spcPts val="3430"/>
              </a:lnSpc>
              <a:spcBef>
                <a:spcPts val="0"/>
              </a:spcBef>
              <a:buFont typeface="Arial" panose="020B0604020202020204" pitchFamily="34" charset="0"/>
            </a:pPr>
            <a:r>
              <a:rPr lang="zh-CN" altLang="en-US" dirty="0"/>
              <a:t>单击此处编辑母版标题样式</a:t>
            </a:r>
            <a:endParaRPr lang="zh-CN" alt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8*#仅标题（一行标题）">
    <p:spTree>
      <p:nvGrpSpPr>
        <p:cNvPr id="1" name=""/>
        <p:cNvGrpSpPr/>
        <p:nvPr/>
      </p:nvGrpSpPr>
      <p:grpSpPr>
        <a:xfrm>
          <a:off x="0" y="0"/>
          <a:ext cx="0" cy="0"/>
          <a:chOff x="0" y="0"/>
          <a:chExt cx="0" cy="0"/>
        </a:xfrm>
      </p:grpSpPr>
      <p:sp>
        <p:nvSpPr>
          <p:cNvPr id="3" name="标题 1"/>
          <p:cNvSpPr>
            <a:spLocks noGrp="1"/>
          </p:cNvSpPr>
          <p:nvPr>
            <p:ph type="title"/>
          </p:nvPr>
        </p:nvSpPr>
        <p:spPr>
          <a:xfrm>
            <a:off x="452438" y="447468"/>
            <a:ext cx="11296649" cy="497095"/>
          </a:xfrm>
          <a:prstGeom prst="rect">
            <a:avLst/>
          </a:prstGeom>
        </p:spPr>
        <p:txBody>
          <a:bodyPr lIns="0" tIns="0" rIns="0" bIns="0" anchor="t">
            <a:normAutofit/>
          </a:bodyPr>
          <a:lstStyle>
            <a:lvl1pPr>
              <a:defRPr lang="zh-CN" altLang="en-US" baseline="0" dirty="0"/>
            </a:lvl1pPr>
          </a:lstStyle>
          <a:p>
            <a:pPr marL="0" lvl="0" indent="0" defTabSz="1188085">
              <a:lnSpc>
                <a:spcPts val="3430"/>
              </a:lnSpc>
              <a:spcBef>
                <a:spcPts val="0"/>
              </a:spcBef>
              <a:buFont typeface="Arial" panose="020B0604020202020204" pitchFamily="34" charset="0"/>
            </a:pPr>
            <a:r>
              <a:rPr lang="zh-CN" altLang="en-US" dirty="0"/>
              <a:t>单击此处编辑母版标题样式</a:t>
            </a:r>
            <a:endParaRPr lang="zh-CN" alt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9#全白背景">
    <p:spTree>
      <p:nvGrpSpPr>
        <p:cNvPr id="1" name=""/>
        <p:cNvGrpSpPr/>
        <p:nvPr/>
      </p:nvGrpSpPr>
      <p:grpSpPr>
        <a:xfrm>
          <a:off x="0" y="0"/>
          <a:ext cx="0" cy="0"/>
          <a:chOff x="0" y="0"/>
          <a:chExt cx="0" cy="0"/>
        </a:xfrm>
      </p:grpSpPr>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15#谢谢">
    <p:bg>
      <p:bgPr>
        <a:solidFill>
          <a:srgbClr val="FFFFFF"/>
        </a:solidFill>
        <a:effectLst/>
      </p:bgPr>
    </p:bg>
    <p:spTree>
      <p:nvGrpSpPr>
        <p:cNvPr id="1" name=""/>
        <p:cNvGrpSpPr/>
        <p:nvPr/>
      </p:nvGrpSpPr>
      <p:grpSpPr>
        <a:xfrm>
          <a:off x="0" y="0"/>
          <a:ext cx="0" cy="0"/>
          <a:chOff x="0" y="0"/>
          <a:chExt cx="0" cy="0"/>
        </a:xfrm>
      </p:grpSpPr>
      <p:sp>
        <p:nvSpPr>
          <p:cNvPr id="3" name="TextBox 3"/>
          <p:cNvSpPr txBox="1"/>
          <p:nvPr userDrawn="1"/>
        </p:nvSpPr>
        <p:spPr>
          <a:xfrm>
            <a:off x="607486" y="1402064"/>
            <a:ext cx="3921034" cy="854717"/>
          </a:xfrm>
          <a:prstGeom prst="rect">
            <a:avLst/>
          </a:prstGeom>
          <a:noFill/>
        </p:spPr>
        <p:txBody>
          <a:bodyPr wrap="square" rtlCol="0">
            <a:spAutoFit/>
          </a:bodyPr>
          <a:lstStyle/>
          <a:p>
            <a:pPr algn="l"/>
            <a:r>
              <a:rPr lang="en-US" sz="4940" baseline="0" dirty="0">
                <a:solidFill>
                  <a:schemeClr val="tx1"/>
                </a:solidFill>
                <a:latin typeface="Huawei Sans" panose="020C0503030203020204" pitchFamily="34" charset="0"/>
                <a:ea typeface="方正兰亭黑简体" panose="02000000000000000000" pitchFamily="2" charset="-122"/>
              </a:rPr>
              <a:t>Thank you.</a:t>
            </a:r>
            <a:endParaRPr lang="en-US" sz="4940" baseline="0" dirty="0">
              <a:solidFill>
                <a:schemeClr val="tx1"/>
              </a:solidFill>
              <a:latin typeface="Huawei Sans" panose="020C0503030203020204" pitchFamily="34" charset="0"/>
              <a:ea typeface="方正兰亭黑简体" panose="02000000000000000000" pitchFamily="2" charset="-122"/>
            </a:endParaRP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0.xml"/><Relationship Id="rId8" Type="http://schemas.openxmlformats.org/officeDocument/2006/relationships/slideLayout" Target="../slideLayouts/slideLayout9.xml"/><Relationship Id="rId7" Type="http://schemas.openxmlformats.org/officeDocument/2006/relationships/slideLayout" Target="../slideLayouts/slideLayout8.xml"/><Relationship Id="rId6" Type="http://schemas.openxmlformats.org/officeDocument/2006/relationships/slideLayout" Target="../slideLayouts/slideLayout7.xml"/><Relationship Id="rId5" Type="http://schemas.openxmlformats.org/officeDocument/2006/relationships/slideLayout" Target="../slideLayouts/slideLayout6.xml"/><Relationship Id="rId4" Type="http://schemas.openxmlformats.org/officeDocument/2006/relationships/slideLayout" Target="../slideLayouts/slideLayout5.xml"/><Relationship Id="rId3" Type="http://schemas.openxmlformats.org/officeDocument/2006/relationships/slideLayout" Target="../slideLayouts/slideLayout4.xml"/><Relationship Id="rId2" Type="http://schemas.openxmlformats.org/officeDocument/2006/relationships/slideLayout" Target="../slideLayouts/slideLayout3.xml"/><Relationship Id="rId12" Type="http://schemas.openxmlformats.org/officeDocument/2006/relationships/theme" Target="../theme/theme2.xml"/><Relationship Id="rId11" Type="http://schemas.openxmlformats.org/officeDocument/2006/relationships/slideLayout" Target="../slideLayouts/slideLayout12.xml"/><Relationship Id="rId10" Type="http://schemas.openxmlformats.org/officeDocument/2006/relationships/slideLayout" Target="../slideLayouts/slideLayout11.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7" Type="http://schemas.openxmlformats.org/officeDocument/2006/relationships/theme" Target="../theme/theme3.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 Id="rId3" Type="http://schemas.openxmlformats.org/officeDocument/2006/relationships/slideLayout" Target="../slideLayouts/slideLayout15.xml"/><Relationship Id="rId2" Type="http://schemas.openxmlformats.org/officeDocument/2006/relationships/slideLayout" Target="../slideLayouts/slideLayout14.xml"/><Relationship Id="rId1" Type="http://schemas.openxmlformats.org/officeDocument/2006/relationships/slideLayout" Target="../slideLayouts/slideLayout13.xml"/></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image" Target="../media/image4.png"/><Relationship Id="rId1"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30" name="Group 87"/>
          <p:cNvGrpSpPr>
            <a:grpSpLocks noChangeAspect="1"/>
          </p:cNvGrpSpPr>
          <p:nvPr userDrawn="1"/>
        </p:nvGrpSpPr>
        <p:grpSpPr>
          <a:xfrm>
            <a:off x="12290471" y="2625389"/>
            <a:ext cx="1963323" cy="4233515"/>
            <a:chOff x="5343885" y="-48857"/>
            <a:chExt cx="3263586" cy="7037279"/>
          </a:xfrm>
        </p:grpSpPr>
        <p:sp>
          <p:nvSpPr>
            <p:cNvPr id="31" name="矩形 13"/>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rPr>
                <a:t>RGB</a:t>
              </a:r>
              <a:br>
                <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rPr>
                <a:t>196/0/84</a:t>
              </a:r>
              <a:endPar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endParaRPr>
            </a:p>
          </p:txBody>
        </p:sp>
        <p:sp>
          <p:nvSpPr>
            <p:cNvPr id="32" name="文本框 15"/>
            <p:cNvSpPr txBox="1"/>
            <p:nvPr userDrawn="1"/>
          </p:nvSpPr>
          <p:spPr>
            <a:xfrm>
              <a:off x="5352723" y="1694497"/>
              <a:ext cx="1052647"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方正兰亭黑简体" panose="02000000000000000000" pitchFamily="2" charset="-122"/>
                  <a:ea typeface="方正兰亭黑简体" panose="02000000000000000000" pitchFamily="2" charset="-122"/>
                </a:rPr>
                <a:t>公司辅助色</a:t>
              </a:r>
              <a:endParaRPr kumimoji="1" lang="zh-CN" altLang="en-US" sz="800" b="0" i="0" dirty="0">
                <a:solidFill>
                  <a:schemeClr val="tx1"/>
                </a:solidFill>
                <a:latin typeface="方正兰亭黑简体" panose="02000000000000000000" pitchFamily="2" charset="-122"/>
                <a:ea typeface="方正兰亭黑简体" panose="02000000000000000000" pitchFamily="2" charset="-122"/>
              </a:endParaRPr>
            </a:p>
          </p:txBody>
        </p:sp>
        <p:sp>
          <p:nvSpPr>
            <p:cNvPr id="33" name="矩形 13"/>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203/55/120</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34" name="矩形 13"/>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237/109/0</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35" name="矩形 13"/>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defRPr/>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153/54/54</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36" name="矩形 13"/>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98/178/48</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37" name="矩形 13"/>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242/137/68</a:t>
              </a:r>
              <a:endParaRPr kumimoji="1" lang="en-US" altLang="zh-CN" sz="500" b="1" dirty="0">
                <a:solidFill>
                  <a:srgbClr val="FFFFFF"/>
                </a:solidFill>
                <a:latin typeface="Huawei Sans" panose="020C0503030203020204" pitchFamily="34" charset="0"/>
                <a:ea typeface="Arial" panose="020B0604020202020204" pitchFamily="34" charset="0"/>
                <a:cs typeface="Arial" panose="020B0604020202020204" pitchFamily="34" charset="0"/>
              </a:endParaRPr>
            </a:p>
          </p:txBody>
        </p:sp>
        <p:sp>
          <p:nvSpPr>
            <p:cNvPr id="38" name="矩形 13"/>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rPr>
                <a:t>PANTONE 185C</a:t>
              </a:r>
              <a:endPar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endParaRPr>
            </a:p>
            <a:p>
              <a:pPr algn="ctr">
                <a:lnSpc>
                  <a:spcPts val="620"/>
                </a:lnSpc>
                <a:spcBef>
                  <a:spcPts val="0"/>
                </a:spcBef>
              </a:pPr>
              <a:r>
                <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rPr>
                <a:t>RGB </a:t>
              </a:r>
              <a:br>
                <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rPr>
                <a:t>199/0/11  </a:t>
              </a:r>
              <a:endPar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endParaRPr>
            </a:p>
          </p:txBody>
        </p:sp>
        <p:sp>
          <p:nvSpPr>
            <p:cNvPr id="39" name="文本框 15"/>
            <p:cNvSpPr txBox="1"/>
            <p:nvPr userDrawn="1"/>
          </p:nvSpPr>
          <p:spPr>
            <a:xfrm>
              <a:off x="5343885" y="-48857"/>
              <a:ext cx="726488"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方正兰亭黑简体" panose="02000000000000000000" pitchFamily="2" charset="-122"/>
                  <a:ea typeface="方正兰亭黑简体" panose="02000000000000000000" pitchFamily="2" charset="-122"/>
                </a:rPr>
                <a:t>公司色</a:t>
              </a:r>
              <a:endParaRPr kumimoji="1" lang="zh-CN" altLang="en-US" sz="800" b="0" i="0" dirty="0">
                <a:solidFill>
                  <a:schemeClr val="tx1"/>
                </a:solidFill>
                <a:latin typeface="方正兰亭黑简体" panose="02000000000000000000" pitchFamily="2" charset="-122"/>
                <a:ea typeface="方正兰亭黑简体" panose="02000000000000000000" pitchFamily="2" charset="-122"/>
              </a:endParaRPr>
            </a:p>
          </p:txBody>
        </p:sp>
        <p:sp>
          <p:nvSpPr>
            <p:cNvPr id="40" name="矩形 13"/>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rPr>
                <a:t>PANTONE 186C</a:t>
              </a:r>
              <a:endPar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endParaRPr>
            </a:p>
            <a:p>
              <a:pPr algn="ctr">
                <a:lnSpc>
                  <a:spcPts val="620"/>
                </a:lnSpc>
              </a:pPr>
              <a:r>
                <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rPr>
                <a:t>RGB</a:t>
              </a:r>
              <a:br>
                <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rPr>
                <a:t>200/16/46  </a:t>
              </a:r>
              <a:endPar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endParaRPr>
            </a:p>
          </p:txBody>
        </p:sp>
        <p:sp>
          <p:nvSpPr>
            <p:cNvPr id="41" name="矩形 13"/>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127/0/1</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42" name="矩形 13"/>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52/200/0</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43" name="矩形 13"/>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48/181/197</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44" name="矩形 13"/>
            <p:cNvSpPr/>
            <p:nvPr userDrawn="1"/>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129/193/95</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45" name="矩形 13"/>
            <p:cNvSpPr/>
            <p:nvPr userDrawn="1"/>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253/211/81</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46" name="矩形 13"/>
            <p:cNvSpPr/>
            <p:nvPr userDrawn="1"/>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86/196/210</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47" name="矩形 13"/>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211/57/65</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48" name="矩形 13"/>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 </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211/56/89</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49" name="矩形 13"/>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221/128/170</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50" name="矩形 13"/>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defRPr/>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191/128/130</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51" name="矩形 13"/>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246/183/140</a:t>
              </a:r>
              <a:endParaRPr kumimoji="1" lang="en-US" altLang="zh-CN" sz="500" b="1" dirty="0">
                <a:solidFill>
                  <a:srgbClr val="595757"/>
                </a:solidFill>
                <a:latin typeface="Huawei Sans" panose="020C0503030203020204" pitchFamily="34" charset="0"/>
                <a:ea typeface="Arial" panose="020B0604020202020204" pitchFamily="34" charset="0"/>
                <a:cs typeface="Arial" panose="020B0604020202020204" pitchFamily="34" charset="0"/>
              </a:endParaRPr>
            </a:p>
          </p:txBody>
        </p:sp>
        <p:sp>
          <p:nvSpPr>
            <p:cNvPr id="52" name="矩形 13"/>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176/216/156</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53" name="矩形 13"/>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253/227/181</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54" name="矩形 13"/>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148/218/226</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55" name="矩形 13"/>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226/129/137</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56" name="矩形 13"/>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226/129/152</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57" name="矩形 13"/>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235/179/204</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58" name="矩形 13"/>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defRPr/>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216/179/179</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59" name="矩形 13"/>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250/211/187</a:t>
              </a:r>
              <a:endParaRPr kumimoji="1" lang="en-US" altLang="zh-CN" sz="500" b="1" dirty="0">
                <a:solidFill>
                  <a:srgbClr val="595757"/>
                </a:solidFill>
                <a:latin typeface="Huawei Sans" panose="020C0503030203020204" pitchFamily="34" charset="0"/>
                <a:ea typeface="Arial" panose="020B0604020202020204" pitchFamily="34" charset="0"/>
                <a:cs typeface="Arial" panose="020B0604020202020204" pitchFamily="34" charset="0"/>
              </a:endParaRPr>
            </a:p>
          </p:txBody>
        </p:sp>
        <p:sp>
          <p:nvSpPr>
            <p:cNvPr id="60" name="矩形 13"/>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208/232/196</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61" name="矩形 13"/>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254/238/193</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62" name="矩形 13"/>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a:t>
              </a:r>
              <a:b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190/23/238</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63" name="矩形 13"/>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239/178/184</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64" name="矩形 13"/>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238/179/193</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65" name="矩形 13"/>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35/24/21</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66" name="矩形 13"/>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 </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89/87/87</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67" name="矩形 13"/>
            <p:cNvSpPr/>
            <p:nvPr userDrawn="1"/>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137/137/</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137</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68" name="矩形 13"/>
            <p:cNvSpPr/>
            <p:nvPr userDrawn="1"/>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181/181/</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181</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69" name="矩形 13"/>
            <p:cNvSpPr/>
            <p:nvPr userDrawn="1"/>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221/221/</a:t>
              </a:r>
              <a:b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221</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70" name="矩形 13"/>
            <p:cNvSpPr/>
            <p:nvPr userDrawn="1"/>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255/255/</a:t>
              </a:r>
              <a:b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255</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gr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800" kern="1200" baseline="0">
          <a:solidFill>
            <a:schemeClr val="tx1"/>
          </a:solidFill>
          <a:latin typeface="Huawei Sans" panose="020C0503030203020204" pitchFamily="34" charset="0"/>
          <a:ea typeface="方正兰亭黑简体" panose="02000000000000000000" pitchFamily="2"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EBEBEB"/>
        </a:solidFill>
        <a:effectLst/>
      </p:bgPr>
    </p:bg>
    <p:spTree>
      <p:nvGrpSpPr>
        <p:cNvPr id="1" name=""/>
        <p:cNvGrpSpPr/>
        <p:nvPr/>
      </p:nvGrpSpPr>
      <p:grpSpPr>
        <a:xfrm>
          <a:off x="0" y="0"/>
          <a:ext cx="0" cy="0"/>
          <a:chOff x="0" y="0"/>
          <a:chExt cx="0" cy="0"/>
        </a:xfrm>
      </p:grpSpPr>
      <p:sp>
        <p:nvSpPr>
          <p:cNvPr id="24" name="TextBox 3"/>
          <p:cNvSpPr txBox="1"/>
          <p:nvPr userDrawn="1"/>
        </p:nvSpPr>
        <p:spPr>
          <a:xfrm>
            <a:off x="734131" y="6402806"/>
            <a:ext cx="499729" cy="150296"/>
          </a:xfrm>
          <a:prstGeom prst="rect">
            <a:avLst/>
          </a:prstGeom>
          <a:noFill/>
        </p:spPr>
        <p:txBody>
          <a:bodyPr wrap="square" lIns="0" tIns="0" rIns="0" bIns="0" rtlCol="0">
            <a:spAutoFit/>
          </a:bodyPr>
          <a:lstStyle/>
          <a:p>
            <a:pPr marL="0" marR="0" lvl="0" indent="0" algn="l" defTabSz="890905" rtl="0" eaLnBrk="1" fontAlgn="auto" latinLnBrk="0" hangingPunct="1">
              <a:lnSpc>
                <a:spcPct val="100000"/>
              </a:lnSpc>
              <a:spcBef>
                <a:spcPts val="0"/>
              </a:spcBef>
              <a:spcAft>
                <a:spcPts val="0"/>
              </a:spcAft>
              <a:buClrTx/>
              <a:buSzTx/>
              <a:buFontTx/>
              <a:buNone/>
              <a:defRPr/>
            </a:pPr>
            <a:fld id="{C3837181-38C6-AD4F-B8BA-B444770388BB}" type="slidenum">
              <a:rPr lang="en-US" sz="975" baseline="0" smtClean="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rPr>
            </a:fld>
            <a:endParaRPr lang="en-US" sz="975" baseline="0" dirty="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endParaRPr>
          </a:p>
        </p:txBody>
      </p:sp>
      <p:grpSp>
        <p:nvGrpSpPr>
          <p:cNvPr id="27" name="Group 87"/>
          <p:cNvGrpSpPr>
            <a:grpSpLocks noChangeAspect="1"/>
          </p:cNvGrpSpPr>
          <p:nvPr userDrawn="1"/>
        </p:nvGrpSpPr>
        <p:grpSpPr>
          <a:xfrm>
            <a:off x="12290471" y="2625389"/>
            <a:ext cx="1963323" cy="4233515"/>
            <a:chOff x="5343885" y="-48857"/>
            <a:chExt cx="3263586" cy="7037279"/>
          </a:xfrm>
        </p:grpSpPr>
        <p:sp>
          <p:nvSpPr>
            <p:cNvPr id="28" name="矩形 13"/>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rPr>
                <a:t>RGB</a:t>
              </a:r>
              <a:br>
                <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rPr>
                <a:t>196/0/84</a:t>
              </a:r>
              <a:endPar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endParaRPr>
            </a:p>
          </p:txBody>
        </p:sp>
        <p:sp>
          <p:nvSpPr>
            <p:cNvPr id="29" name="文本框 15"/>
            <p:cNvSpPr txBox="1"/>
            <p:nvPr userDrawn="1"/>
          </p:nvSpPr>
          <p:spPr>
            <a:xfrm>
              <a:off x="5352723" y="1694497"/>
              <a:ext cx="1052647"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方正兰亭黑简体" panose="02000000000000000000" pitchFamily="2" charset="-122"/>
                  <a:ea typeface="方正兰亭黑简体" panose="02000000000000000000" pitchFamily="2" charset="-122"/>
                </a:rPr>
                <a:t>公司辅助色</a:t>
              </a:r>
              <a:endParaRPr kumimoji="1" lang="zh-CN" altLang="en-US" sz="800" b="0" i="0" dirty="0">
                <a:solidFill>
                  <a:schemeClr val="tx1"/>
                </a:solidFill>
                <a:latin typeface="方正兰亭黑简体" panose="02000000000000000000" pitchFamily="2" charset="-122"/>
                <a:ea typeface="方正兰亭黑简体" panose="02000000000000000000" pitchFamily="2" charset="-122"/>
              </a:endParaRPr>
            </a:p>
          </p:txBody>
        </p:sp>
        <p:sp>
          <p:nvSpPr>
            <p:cNvPr id="30" name="矩形 13"/>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203/55/120</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31" name="矩形 13"/>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237/109/0</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32" name="矩形 13"/>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defRPr/>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153/54/54</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33" name="矩形 13"/>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98/178/48</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34" name="矩形 13"/>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242/137/68</a:t>
              </a:r>
              <a:endParaRPr kumimoji="1" lang="en-US" altLang="zh-CN" sz="500" b="1" dirty="0">
                <a:solidFill>
                  <a:srgbClr val="FFFFFF"/>
                </a:solidFill>
                <a:latin typeface="Huawei Sans" panose="020C0503030203020204" pitchFamily="34" charset="0"/>
                <a:ea typeface="Arial" panose="020B0604020202020204" pitchFamily="34" charset="0"/>
                <a:cs typeface="Arial" panose="020B0604020202020204" pitchFamily="34" charset="0"/>
              </a:endParaRPr>
            </a:p>
          </p:txBody>
        </p:sp>
        <p:sp>
          <p:nvSpPr>
            <p:cNvPr id="35" name="矩形 13"/>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rPr>
                <a:t>PANTONE 185C</a:t>
              </a:r>
              <a:endPar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endParaRPr>
            </a:p>
            <a:p>
              <a:pPr algn="ctr">
                <a:lnSpc>
                  <a:spcPts val="620"/>
                </a:lnSpc>
                <a:spcBef>
                  <a:spcPts val="0"/>
                </a:spcBef>
              </a:pPr>
              <a:r>
                <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rPr>
                <a:t>RGB </a:t>
              </a:r>
              <a:br>
                <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rPr>
                <a:t>199/0/11  </a:t>
              </a:r>
              <a:endPar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endParaRPr>
            </a:p>
          </p:txBody>
        </p:sp>
        <p:sp>
          <p:nvSpPr>
            <p:cNvPr id="36" name="文本框 15"/>
            <p:cNvSpPr txBox="1"/>
            <p:nvPr userDrawn="1"/>
          </p:nvSpPr>
          <p:spPr>
            <a:xfrm>
              <a:off x="5343885" y="-48857"/>
              <a:ext cx="726488"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方正兰亭黑简体" panose="02000000000000000000" pitchFamily="2" charset="-122"/>
                  <a:ea typeface="方正兰亭黑简体" panose="02000000000000000000" pitchFamily="2" charset="-122"/>
                </a:rPr>
                <a:t>公司色</a:t>
              </a:r>
              <a:endParaRPr kumimoji="1" lang="zh-CN" altLang="en-US" sz="800" b="0" i="0" dirty="0">
                <a:solidFill>
                  <a:schemeClr val="tx1"/>
                </a:solidFill>
                <a:latin typeface="方正兰亭黑简体" panose="02000000000000000000" pitchFamily="2" charset="-122"/>
                <a:ea typeface="方正兰亭黑简体" panose="02000000000000000000" pitchFamily="2" charset="-122"/>
              </a:endParaRPr>
            </a:p>
          </p:txBody>
        </p:sp>
        <p:sp>
          <p:nvSpPr>
            <p:cNvPr id="37" name="矩形 13"/>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rPr>
                <a:t>PANTONE 186C</a:t>
              </a:r>
              <a:endPar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endParaRPr>
            </a:p>
            <a:p>
              <a:pPr algn="ctr">
                <a:lnSpc>
                  <a:spcPts val="620"/>
                </a:lnSpc>
              </a:pPr>
              <a:r>
                <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rPr>
                <a:t>RGB</a:t>
              </a:r>
              <a:br>
                <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rPr>
                <a:t>200/16/46  </a:t>
              </a:r>
              <a:endPar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endParaRPr>
            </a:p>
          </p:txBody>
        </p:sp>
        <p:sp>
          <p:nvSpPr>
            <p:cNvPr id="38" name="矩形 13"/>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127/0/1</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39" name="矩形 13"/>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52/200/0</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40" name="矩形 13"/>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48/181/197</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41" name="矩形 13"/>
            <p:cNvSpPr/>
            <p:nvPr userDrawn="1"/>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129/193/95</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42" name="矩形 13"/>
            <p:cNvSpPr/>
            <p:nvPr userDrawn="1"/>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253/211/81</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43" name="矩形 13"/>
            <p:cNvSpPr/>
            <p:nvPr userDrawn="1"/>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86/196/210</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44" name="矩形 13"/>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211/57/65</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65" name="矩形 13"/>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 </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211/56/89</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66" name="矩形 13"/>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221/128/170</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67" name="矩形 13"/>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defRPr/>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191/128/130</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68" name="矩形 13"/>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246/183/140</a:t>
              </a:r>
              <a:endParaRPr kumimoji="1" lang="en-US" altLang="zh-CN" sz="500" b="1" dirty="0">
                <a:solidFill>
                  <a:srgbClr val="595757"/>
                </a:solidFill>
                <a:latin typeface="Huawei Sans" panose="020C0503030203020204" pitchFamily="34" charset="0"/>
                <a:ea typeface="Arial" panose="020B0604020202020204" pitchFamily="34" charset="0"/>
                <a:cs typeface="Arial" panose="020B0604020202020204" pitchFamily="34" charset="0"/>
              </a:endParaRPr>
            </a:p>
          </p:txBody>
        </p:sp>
        <p:sp>
          <p:nvSpPr>
            <p:cNvPr id="69" name="矩形 13"/>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176/216/156</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70" name="矩形 13"/>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253/227/181</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71" name="矩形 13"/>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148/218/226</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72" name="矩形 13"/>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226/129/137</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73" name="矩形 13"/>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226/129/152</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74" name="矩形 13"/>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235/179/204</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75" name="矩形 13"/>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defRPr/>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216/179/179</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76" name="矩形 13"/>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250/211/187</a:t>
              </a:r>
              <a:endParaRPr kumimoji="1" lang="en-US" altLang="zh-CN" sz="500" b="1" dirty="0">
                <a:solidFill>
                  <a:srgbClr val="595757"/>
                </a:solidFill>
                <a:latin typeface="Huawei Sans" panose="020C0503030203020204" pitchFamily="34" charset="0"/>
                <a:ea typeface="Arial" panose="020B0604020202020204" pitchFamily="34" charset="0"/>
                <a:cs typeface="Arial" panose="020B0604020202020204" pitchFamily="34" charset="0"/>
              </a:endParaRPr>
            </a:p>
          </p:txBody>
        </p:sp>
        <p:sp>
          <p:nvSpPr>
            <p:cNvPr id="77" name="矩形 13"/>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208/232/196</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78" name="矩形 13"/>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254/238/193</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79" name="矩形 13"/>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a:t>
              </a:r>
              <a:b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190/23/238</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80" name="矩形 13"/>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239/178/184</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81" name="矩形 13"/>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238/179/193</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82" name="矩形 13"/>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35/24/21</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83" name="矩形 13"/>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 </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89/87/87</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84" name="矩形 13"/>
            <p:cNvSpPr/>
            <p:nvPr userDrawn="1"/>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137/137/</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137</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85" name="矩形 13"/>
            <p:cNvSpPr/>
            <p:nvPr userDrawn="1"/>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181/181/</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181</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86" name="矩形 13"/>
            <p:cNvSpPr/>
            <p:nvPr userDrawn="1"/>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221/221/</a:t>
              </a:r>
              <a:b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221</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87" name="矩形 13"/>
            <p:cNvSpPr/>
            <p:nvPr userDrawn="1"/>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255/255/</a:t>
              </a:r>
              <a:b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255</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grpSp>
    </p:spTree>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Lst>
  <p:txStyles>
    <p:titleStyle>
      <a:lvl1pPr algn="l" defTabSz="913765" rtl="0" eaLnBrk="1" fontAlgn="ctr" latinLnBrk="0" hangingPunct="1">
        <a:lnSpc>
          <a:spcPct val="90000"/>
        </a:lnSpc>
        <a:spcBef>
          <a:spcPct val="0"/>
        </a:spcBef>
        <a:buNone/>
        <a:defRPr lang="zh-CN" altLang="en-US" sz="3200" kern="1200" baseline="0" dirty="0">
          <a:solidFill>
            <a:schemeClr val="tx1"/>
          </a:solidFill>
          <a:latin typeface="Huawei Sans" panose="020C0503030203020204" pitchFamily="34" charset="0"/>
          <a:ea typeface="方正兰亭黑简体" panose="02000000000000000000" pitchFamily="2" charset="-122"/>
          <a:cs typeface="+mn-cs"/>
        </a:defRPr>
      </a:lvl1pPr>
    </p:titleStyle>
    <p:bodyStyle>
      <a:lvl1pPr marL="302260" indent="-302260" algn="l" defTabSz="913765" rtl="0" eaLnBrk="1" fontAlgn="ctr" latinLnBrk="0" hangingPunct="1">
        <a:lnSpc>
          <a:spcPct val="140000"/>
        </a:lnSpc>
        <a:spcBef>
          <a:spcPts val="790"/>
        </a:spcBef>
        <a:buSzPct val="50000"/>
        <a:buFont typeface="Wingdings" panose="05000000000000000000" pitchFamily="2" charset="2"/>
        <a:buChar char="l"/>
        <a:defRPr sz="2200" kern="1200">
          <a:solidFill>
            <a:schemeClr val="tx1"/>
          </a:solidFill>
          <a:latin typeface="Huawei Sans" panose="020C0503030203020204" pitchFamily="34" charset="0"/>
          <a:ea typeface="方正兰亭黑简体" panose="02000000000000000000" pitchFamily="2" charset="-122"/>
          <a:cs typeface="+mn-cs"/>
        </a:defRPr>
      </a:lvl1pPr>
      <a:lvl2pPr marL="654685" indent="-252095" algn="l" defTabSz="913765" rtl="0" eaLnBrk="1" fontAlgn="ctr" latinLnBrk="0" hangingPunct="1">
        <a:lnSpc>
          <a:spcPct val="140000"/>
        </a:lnSpc>
        <a:spcBef>
          <a:spcPts val="720"/>
        </a:spcBef>
        <a:buClrTx/>
        <a:buSzPct val="50000"/>
        <a:buFont typeface="Wingdings" panose="05000000000000000000" pitchFamily="2" charset="2"/>
        <a:buChar char="p"/>
        <a:defRPr sz="2000" kern="1200">
          <a:solidFill>
            <a:schemeClr val="tx1"/>
          </a:solidFill>
          <a:latin typeface="Huawei Sans" panose="020C0503030203020204" pitchFamily="34" charset="0"/>
          <a:ea typeface="方正兰亭黑简体" panose="02000000000000000000" pitchFamily="2" charset="-122"/>
          <a:cs typeface="+mn-cs"/>
        </a:defRPr>
      </a:lvl2pPr>
      <a:lvl3pPr marL="1003935" indent="-201295" algn="l" defTabSz="913765" rtl="0" eaLnBrk="1" fontAlgn="ctr" latinLnBrk="0" hangingPunct="1">
        <a:lnSpc>
          <a:spcPct val="140000"/>
        </a:lnSpc>
        <a:spcBef>
          <a:spcPts val="650"/>
        </a:spcBef>
        <a:buClrTx/>
        <a:buSzPct val="50000"/>
        <a:buFont typeface="Wingdings" panose="05000000000000000000" pitchFamily="2" charset="2"/>
        <a:buChar char="n"/>
        <a:defRPr sz="1800" kern="1200">
          <a:solidFill>
            <a:schemeClr val="tx1"/>
          </a:solidFill>
          <a:latin typeface="Huawei Sans" panose="020C0503030203020204" pitchFamily="34" charset="0"/>
          <a:ea typeface="方正兰亭黑简体" panose="02000000000000000000" pitchFamily="2" charset="-122"/>
          <a:cs typeface="+mn-cs"/>
        </a:defRPr>
      </a:lvl3pPr>
      <a:lvl4pPr marL="1399540" indent="-198120" algn="l" defTabSz="913765" rtl="0" eaLnBrk="1" fontAlgn="ctr" latinLnBrk="0" hangingPunct="1">
        <a:lnSpc>
          <a:spcPct val="140000"/>
        </a:lnSpc>
        <a:spcBef>
          <a:spcPts val="575"/>
        </a:spcBef>
        <a:buFont typeface="Huawei Sans" panose="020C0503030203020204" pitchFamily="34" charset="0"/>
        <a:buChar char="−"/>
        <a:defRPr sz="1600" kern="1200">
          <a:solidFill>
            <a:schemeClr val="tx1"/>
          </a:solidFill>
          <a:latin typeface="Huawei Sans" panose="020C0503030203020204" pitchFamily="34" charset="0"/>
          <a:ea typeface="方正兰亭黑简体" panose="02000000000000000000" pitchFamily="2" charset="-122"/>
          <a:cs typeface="+mn-cs"/>
        </a:defRPr>
      </a:lvl4pPr>
      <a:lvl5pPr marL="1802765" indent="-201295" algn="l" defTabSz="913765" rtl="0" eaLnBrk="1" fontAlgn="ctr" latinLnBrk="0" hangingPunct="1">
        <a:lnSpc>
          <a:spcPct val="140000"/>
        </a:lnSpc>
        <a:spcBef>
          <a:spcPts val="575"/>
        </a:spcBef>
        <a:buFont typeface="Huawei Sans" panose="020C0503030203020204" pitchFamily="34" charset="0"/>
        <a:buChar char="~"/>
        <a:defRPr sz="1400" kern="1200">
          <a:solidFill>
            <a:schemeClr val="tx1"/>
          </a:solidFill>
          <a:latin typeface="Huawei Sans" panose="020C0503030203020204" pitchFamily="34" charset="0"/>
          <a:ea typeface="方正兰亭黑简体" panose="02000000000000000000" pitchFamily="2" charset="-122"/>
          <a:cs typeface="+mn-cs"/>
        </a:defRPr>
      </a:lvl5pPr>
      <a:lvl6pPr marL="25133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05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77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49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3765" algn="l" defTabSz="913765" rtl="0" eaLnBrk="1" latinLnBrk="0" hangingPunct="1">
        <a:defRPr sz="1800" kern="1200">
          <a:solidFill>
            <a:schemeClr val="tx1"/>
          </a:solidFill>
          <a:latin typeface="+mn-lt"/>
          <a:ea typeface="+mn-ea"/>
          <a:cs typeface="+mn-cs"/>
        </a:defRPr>
      </a:lvl3pPr>
      <a:lvl4pPr marL="1370965" algn="l" defTabSz="913765" rtl="0" eaLnBrk="1" latinLnBrk="0" hangingPunct="1">
        <a:defRPr sz="1800" kern="1200">
          <a:solidFill>
            <a:schemeClr val="tx1"/>
          </a:solidFill>
          <a:latin typeface="+mn-lt"/>
          <a:ea typeface="+mn-ea"/>
          <a:cs typeface="+mn-cs"/>
        </a:defRPr>
      </a:lvl4pPr>
      <a:lvl5pPr marL="1828165" algn="l" defTabSz="913765" rtl="0" eaLnBrk="1" latinLnBrk="0" hangingPunct="1">
        <a:defRPr sz="1800" kern="1200">
          <a:solidFill>
            <a:schemeClr val="tx1"/>
          </a:solidFill>
          <a:latin typeface="+mn-lt"/>
          <a:ea typeface="+mn-ea"/>
          <a:cs typeface="+mn-cs"/>
        </a:defRPr>
      </a:lvl5pPr>
      <a:lvl6pPr marL="2285365" algn="l" defTabSz="913765" rtl="0" eaLnBrk="1" latinLnBrk="0" hangingPunct="1">
        <a:defRPr sz="1800" kern="1200">
          <a:solidFill>
            <a:schemeClr val="tx1"/>
          </a:solidFill>
          <a:latin typeface="+mn-lt"/>
          <a:ea typeface="+mn-ea"/>
          <a:cs typeface="+mn-cs"/>
        </a:defRPr>
      </a:lvl6pPr>
      <a:lvl7pPr marL="2741930" algn="l" defTabSz="913765" rtl="0" eaLnBrk="1" latinLnBrk="0" hangingPunct="1">
        <a:defRPr sz="1800" kern="1200">
          <a:solidFill>
            <a:schemeClr val="tx1"/>
          </a:solidFill>
          <a:latin typeface="+mn-lt"/>
          <a:ea typeface="+mn-ea"/>
          <a:cs typeface="+mn-cs"/>
        </a:defRPr>
      </a:lvl7pPr>
      <a:lvl8pPr marL="3199130" algn="l" defTabSz="913765" rtl="0" eaLnBrk="1" latinLnBrk="0" hangingPunct="1">
        <a:defRPr sz="1800" kern="1200">
          <a:solidFill>
            <a:schemeClr val="tx1"/>
          </a:solidFill>
          <a:latin typeface="+mn-lt"/>
          <a:ea typeface="+mn-ea"/>
          <a:cs typeface="+mn-cs"/>
        </a:defRPr>
      </a:lvl8pPr>
      <a:lvl9pPr marL="3656330" algn="l" defTabSz="913765"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7" name="Rectangle 6"/>
          <p:cNvSpPr>
            <a:spLocks noGrp="1" noChangeArrowheads="1"/>
          </p:cNvSpPr>
          <p:nvPr>
            <p:ph type="title"/>
          </p:nvPr>
        </p:nvSpPr>
        <p:spPr bwMode="auto">
          <a:xfrm>
            <a:off x="457905" y="457499"/>
            <a:ext cx="11291061" cy="980113"/>
          </a:xfrm>
          <a:prstGeom prst="rect">
            <a:avLst/>
          </a:prstGeom>
        </p:spPr>
        <p:txBody>
          <a:bodyPr lIns="0" tIns="0" rIns="0" bIns="0" anchor="t">
            <a:normAutofit/>
          </a:bodyPr>
          <a:lstStyle/>
          <a:p>
            <a:pPr marL="0" lvl="0" indent="0" defTabSz="1188085">
              <a:lnSpc>
                <a:spcPts val="3430"/>
              </a:lnSpc>
              <a:spcBef>
                <a:spcPts val="0"/>
              </a:spcBef>
              <a:buFont typeface="Arial" panose="020B0604020202020204" pitchFamily="34" charset="0"/>
            </a:pPr>
            <a:r>
              <a:rPr lang="zh-CN" altLang="en-US" dirty="0"/>
              <a:t>单击此处编辑母版标题样式</a:t>
            </a:r>
            <a:endParaRPr lang="zh-CN" altLang="en-US" dirty="0"/>
          </a:p>
        </p:txBody>
      </p:sp>
      <p:sp>
        <p:nvSpPr>
          <p:cNvPr id="28" name="Rectangle 57"/>
          <p:cNvSpPr>
            <a:spLocks noGrp="1" noChangeArrowheads="1"/>
          </p:cNvSpPr>
          <p:nvPr>
            <p:ph type="body" idx="1"/>
          </p:nvPr>
        </p:nvSpPr>
        <p:spPr bwMode="auto">
          <a:xfrm>
            <a:off x="455613" y="1484313"/>
            <a:ext cx="11293475" cy="4443760"/>
          </a:xfrm>
          <a:prstGeom prst="rect">
            <a:avLst/>
          </a:prstGeom>
          <a:noFill/>
          <a:ln w="9525">
            <a:noFill/>
            <a:miter lim="800000"/>
          </a:ln>
        </p:spPr>
        <p:txBody>
          <a:bodyPr vert="horz" wrap="square" lIns="80141" tIns="40071" rIns="80141" bIns="40071" numCol="1" anchor="t" anchorCtr="0" compatLnSpc="1"/>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24" name="TextBox 3"/>
          <p:cNvSpPr txBox="1"/>
          <p:nvPr userDrawn="1"/>
        </p:nvSpPr>
        <p:spPr>
          <a:xfrm>
            <a:off x="734131" y="6402806"/>
            <a:ext cx="499729" cy="150296"/>
          </a:xfrm>
          <a:prstGeom prst="rect">
            <a:avLst/>
          </a:prstGeom>
          <a:noFill/>
        </p:spPr>
        <p:txBody>
          <a:bodyPr wrap="square" lIns="0" tIns="0" rIns="0" bIns="0" rtlCol="0">
            <a:spAutoFit/>
          </a:bodyPr>
          <a:lstStyle/>
          <a:p>
            <a:pPr marL="0" marR="0" lvl="0" indent="0" algn="l" defTabSz="890905" rtl="0" eaLnBrk="1" fontAlgn="auto" latinLnBrk="0" hangingPunct="1">
              <a:lnSpc>
                <a:spcPct val="100000"/>
              </a:lnSpc>
              <a:spcBef>
                <a:spcPts val="0"/>
              </a:spcBef>
              <a:spcAft>
                <a:spcPts val="0"/>
              </a:spcAft>
              <a:buClrTx/>
              <a:buSzTx/>
              <a:buFontTx/>
              <a:buNone/>
              <a:defRPr/>
            </a:pPr>
            <a:fld id="{C3837181-38C6-AD4F-B8BA-B444770388BB}" type="slidenum">
              <a:rPr lang="en-US" sz="975" baseline="0" smtClean="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rPr>
            </a:fld>
            <a:endParaRPr lang="en-US" sz="975" baseline="0" dirty="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endParaRPr>
          </a:p>
        </p:txBody>
      </p:sp>
      <p:grpSp>
        <p:nvGrpSpPr>
          <p:cNvPr id="29" name="Group 87"/>
          <p:cNvGrpSpPr>
            <a:grpSpLocks noChangeAspect="1"/>
          </p:cNvGrpSpPr>
          <p:nvPr userDrawn="1"/>
        </p:nvGrpSpPr>
        <p:grpSpPr>
          <a:xfrm>
            <a:off x="12290471" y="2625389"/>
            <a:ext cx="1963323" cy="4233515"/>
            <a:chOff x="5343885" y="-48857"/>
            <a:chExt cx="3263586" cy="7037279"/>
          </a:xfrm>
        </p:grpSpPr>
        <p:sp>
          <p:nvSpPr>
            <p:cNvPr id="30" name="矩形 13"/>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rPr>
                <a:t>RGB</a:t>
              </a:r>
              <a:br>
                <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rPr>
                <a:t>196/0/84</a:t>
              </a:r>
              <a:endPar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endParaRPr>
            </a:p>
          </p:txBody>
        </p:sp>
        <p:sp>
          <p:nvSpPr>
            <p:cNvPr id="31" name="文本框 15"/>
            <p:cNvSpPr txBox="1"/>
            <p:nvPr userDrawn="1"/>
          </p:nvSpPr>
          <p:spPr>
            <a:xfrm>
              <a:off x="5352723" y="1694497"/>
              <a:ext cx="1052647"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方正兰亭黑简体" panose="02000000000000000000" pitchFamily="2" charset="-122"/>
                  <a:ea typeface="方正兰亭黑简体" panose="02000000000000000000" pitchFamily="2" charset="-122"/>
                </a:rPr>
                <a:t>公司辅助色</a:t>
              </a:r>
              <a:endParaRPr kumimoji="1" lang="zh-CN" altLang="en-US" sz="800" b="0" i="0" dirty="0">
                <a:solidFill>
                  <a:schemeClr val="tx1"/>
                </a:solidFill>
                <a:latin typeface="方正兰亭黑简体" panose="02000000000000000000" pitchFamily="2" charset="-122"/>
                <a:ea typeface="方正兰亭黑简体" panose="02000000000000000000" pitchFamily="2" charset="-122"/>
              </a:endParaRPr>
            </a:p>
          </p:txBody>
        </p:sp>
        <p:sp>
          <p:nvSpPr>
            <p:cNvPr id="32" name="矩形 13"/>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203/55/120</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33" name="矩形 13"/>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237/109/0</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34" name="矩形 13"/>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defRPr/>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153/54/54</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35" name="矩形 13"/>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98/178/48</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36" name="矩形 13"/>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242/137/68</a:t>
              </a:r>
              <a:endParaRPr kumimoji="1" lang="en-US" altLang="zh-CN" sz="500" b="1" dirty="0">
                <a:solidFill>
                  <a:srgbClr val="FFFFFF"/>
                </a:solidFill>
                <a:latin typeface="Huawei Sans" panose="020C0503030203020204" pitchFamily="34" charset="0"/>
                <a:ea typeface="Arial" panose="020B0604020202020204" pitchFamily="34" charset="0"/>
                <a:cs typeface="Arial" panose="020B0604020202020204" pitchFamily="34" charset="0"/>
              </a:endParaRPr>
            </a:p>
          </p:txBody>
        </p:sp>
        <p:sp>
          <p:nvSpPr>
            <p:cNvPr id="37" name="矩形 13"/>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rPr>
                <a:t>PANTONE 185C</a:t>
              </a:r>
              <a:endPar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endParaRPr>
            </a:p>
            <a:p>
              <a:pPr algn="ctr">
                <a:lnSpc>
                  <a:spcPts val="620"/>
                </a:lnSpc>
                <a:spcBef>
                  <a:spcPts val="0"/>
                </a:spcBef>
              </a:pPr>
              <a:r>
                <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rPr>
                <a:t>RGB </a:t>
              </a:r>
              <a:br>
                <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rPr>
                <a:t>199/0/11  </a:t>
              </a:r>
              <a:endPar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endParaRPr>
            </a:p>
          </p:txBody>
        </p:sp>
        <p:sp>
          <p:nvSpPr>
            <p:cNvPr id="38" name="文本框 15"/>
            <p:cNvSpPr txBox="1"/>
            <p:nvPr userDrawn="1"/>
          </p:nvSpPr>
          <p:spPr>
            <a:xfrm>
              <a:off x="5343885" y="-48857"/>
              <a:ext cx="726488"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方正兰亭黑简体" panose="02000000000000000000" pitchFamily="2" charset="-122"/>
                  <a:ea typeface="方正兰亭黑简体" panose="02000000000000000000" pitchFamily="2" charset="-122"/>
                </a:rPr>
                <a:t>公司色</a:t>
              </a:r>
              <a:endParaRPr kumimoji="1" lang="zh-CN" altLang="en-US" sz="800" b="0" i="0" dirty="0">
                <a:solidFill>
                  <a:schemeClr val="tx1"/>
                </a:solidFill>
                <a:latin typeface="方正兰亭黑简体" panose="02000000000000000000" pitchFamily="2" charset="-122"/>
                <a:ea typeface="方正兰亭黑简体" panose="02000000000000000000" pitchFamily="2" charset="-122"/>
              </a:endParaRPr>
            </a:p>
          </p:txBody>
        </p:sp>
        <p:sp>
          <p:nvSpPr>
            <p:cNvPr id="39" name="矩形 13"/>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rPr>
                <a:t>PANTONE 186C</a:t>
              </a:r>
              <a:endPar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endParaRPr>
            </a:p>
            <a:p>
              <a:pPr algn="ctr">
                <a:lnSpc>
                  <a:spcPts val="620"/>
                </a:lnSpc>
              </a:pPr>
              <a:r>
                <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rPr>
                <a:t>RGB</a:t>
              </a:r>
              <a:br>
                <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rPr>
                <a:t>200/16/46  </a:t>
              </a:r>
              <a:endPar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endParaRPr>
            </a:p>
          </p:txBody>
        </p:sp>
        <p:sp>
          <p:nvSpPr>
            <p:cNvPr id="40" name="矩形 13"/>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127/0/1</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41" name="矩形 13"/>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52/200/0</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42" name="矩形 13"/>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48/181/197</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43" name="矩形 13"/>
            <p:cNvSpPr/>
            <p:nvPr userDrawn="1"/>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129/193/95</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44" name="矩形 13"/>
            <p:cNvSpPr/>
            <p:nvPr userDrawn="1"/>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253/211/81</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65" name="矩形 13"/>
            <p:cNvSpPr/>
            <p:nvPr userDrawn="1"/>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86/196/210</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66" name="矩形 13"/>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211/57/65</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67" name="矩形 13"/>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 </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211/56/89</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68" name="矩形 13"/>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221/128/170</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69" name="矩形 13"/>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defRPr/>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191/128/130</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70" name="矩形 13"/>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246/183/140</a:t>
              </a:r>
              <a:endParaRPr kumimoji="1" lang="en-US" altLang="zh-CN" sz="500" b="1" dirty="0">
                <a:solidFill>
                  <a:srgbClr val="595757"/>
                </a:solidFill>
                <a:latin typeface="Huawei Sans" panose="020C0503030203020204" pitchFamily="34" charset="0"/>
                <a:ea typeface="Arial" panose="020B0604020202020204" pitchFamily="34" charset="0"/>
                <a:cs typeface="Arial" panose="020B0604020202020204" pitchFamily="34" charset="0"/>
              </a:endParaRPr>
            </a:p>
          </p:txBody>
        </p:sp>
        <p:sp>
          <p:nvSpPr>
            <p:cNvPr id="71" name="矩形 13"/>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176/216/156</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72" name="矩形 13"/>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253/227/181</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73" name="矩形 13"/>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148/218/226</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74" name="矩形 13"/>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226/129/137</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75" name="矩形 13"/>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226/129/152</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76" name="矩形 13"/>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235/179/204</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77" name="矩形 13"/>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defRPr/>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216/179/179</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78" name="矩形 13"/>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250/211/187</a:t>
              </a:r>
              <a:endParaRPr kumimoji="1" lang="en-US" altLang="zh-CN" sz="500" b="1" dirty="0">
                <a:solidFill>
                  <a:srgbClr val="595757"/>
                </a:solidFill>
                <a:latin typeface="Huawei Sans" panose="020C0503030203020204" pitchFamily="34" charset="0"/>
                <a:ea typeface="Arial" panose="020B0604020202020204" pitchFamily="34" charset="0"/>
                <a:cs typeface="Arial" panose="020B0604020202020204" pitchFamily="34" charset="0"/>
              </a:endParaRPr>
            </a:p>
          </p:txBody>
        </p:sp>
        <p:sp>
          <p:nvSpPr>
            <p:cNvPr id="79" name="矩形 13"/>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208/232/196</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80" name="矩形 13"/>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254/238/193</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81" name="矩形 13"/>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a:t>
              </a:r>
              <a:b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190/23/238</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82" name="矩形 13"/>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239/178/184</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83" name="矩形 13"/>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238/179/193</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84" name="矩形 13"/>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35/24/21</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85" name="矩形 13"/>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 </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89/87/87</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86" name="矩形 13"/>
            <p:cNvSpPr/>
            <p:nvPr userDrawn="1"/>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137/137/</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137</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87" name="矩形 13"/>
            <p:cNvSpPr/>
            <p:nvPr userDrawn="1"/>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181/181/</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181</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88" name="矩形 13"/>
            <p:cNvSpPr/>
            <p:nvPr userDrawn="1"/>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221/221/</a:t>
              </a:r>
              <a:b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221</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89" name="矩形 13"/>
            <p:cNvSpPr/>
            <p:nvPr userDrawn="1"/>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255/255/</a:t>
              </a:r>
              <a:b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255</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grpSp>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Lst>
  <p:txStyles>
    <p:titleStyle>
      <a:lvl1pPr algn="l" defTabSz="913765" rtl="0" eaLnBrk="1" fontAlgn="base" latinLnBrk="0" hangingPunct="1">
        <a:lnSpc>
          <a:spcPct val="90000"/>
        </a:lnSpc>
        <a:spcBef>
          <a:spcPct val="0"/>
        </a:spcBef>
        <a:buNone/>
        <a:defRPr lang="zh-CN" altLang="en-US" sz="3200" kern="1200" baseline="0" dirty="0">
          <a:solidFill>
            <a:schemeClr val="tx1"/>
          </a:solidFill>
          <a:latin typeface="Huawei Sans" panose="020C0503030203020204" pitchFamily="34" charset="0"/>
          <a:ea typeface="方正兰亭黑简体" panose="02000000000000000000" pitchFamily="2" charset="-122"/>
          <a:cs typeface="+mn-cs"/>
        </a:defRPr>
      </a:lvl1pPr>
    </p:titleStyle>
    <p:bodyStyle>
      <a:lvl1pPr marL="302260" indent="-302260" algn="l" defTabSz="913765" rtl="0" eaLnBrk="1" fontAlgn="ctr" latinLnBrk="0" hangingPunct="1">
        <a:lnSpc>
          <a:spcPct val="140000"/>
        </a:lnSpc>
        <a:spcBef>
          <a:spcPts val="790"/>
        </a:spcBef>
        <a:buSzPct val="50000"/>
        <a:buFont typeface="Wingdings" panose="05000000000000000000" pitchFamily="2" charset="2"/>
        <a:buChar char="l"/>
        <a:defRPr sz="2200" kern="1200" baseline="0">
          <a:solidFill>
            <a:schemeClr val="tx1"/>
          </a:solidFill>
          <a:latin typeface="Huawei Sans" panose="020C0503030203020204" pitchFamily="34" charset="0"/>
          <a:ea typeface="方正兰亭黑简体" panose="02000000000000000000" pitchFamily="2" charset="-122"/>
          <a:cs typeface="+mn-cs"/>
        </a:defRPr>
      </a:lvl1pPr>
      <a:lvl2pPr marL="654685" indent="-252095" algn="l" defTabSz="913765" rtl="0" eaLnBrk="1" fontAlgn="ctr" latinLnBrk="0" hangingPunct="1">
        <a:lnSpc>
          <a:spcPct val="140000"/>
        </a:lnSpc>
        <a:spcBef>
          <a:spcPts val="720"/>
        </a:spcBef>
        <a:buClrTx/>
        <a:buSzPct val="50000"/>
        <a:buFont typeface="Wingdings" panose="05000000000000000000" pitchFamily="2" charset="2"/>
        <a:buChar char="p"/>
        <a:defRPr sz="2000" kern="1200" baseline="0">
          <a:solidFill>
            <a:schemeClr val="tx1"/>
          </a:solidFill>
          <a:latin typeface="Huawei Sans" panose="020C0503030203020204" pitchFamily="34" charset="0"/>
          <a:ea typeface="方正兰亭黑简体" panose="02000000000000000000" pitchFamily="2" charset="-122"/>
          <a:cs typeface="+mn-cs"/>
        </a:defRPr>
      </a:lvl2pPr>
      <a:lvl3pPr marL="1003935" indent="-201295" algn="l" defTabSz="913765" rtl="0" eaLnBrk="1" fontAlgn="ctr" latinLnBrk="0" hangingPunct="1">
        <a:lnSpc>
          <a:spcPct val="140000"/>
        </a:lnSpc>
        <a:spcBef>
          <a:spcPts val="650"/>
        </a:spcBef>
        <a:buClrTx/>
        <a:buSzPct val="50000"/>
        <a:buFont typeface="Wingdings" panose="05000000000000000000" pitchFamily="2" charset="2"/>
        <a:buChar char="n"/>
        <a:defRPr sz="1800" kern="1200" baseline="0">
          <a:solidFill>
            <a:schemeClr val="tx1"/>
          </a:solidFill>
          <a:latin typeface="Huawei Sans" panose="020C0503030203020204" pitchFamily="34" charset="0"/>
          <a:ea typeface="方正兰亭黑简体" panose="02000000000000000000" pitchFamily="2" charset="-122"/>
          <a:cs typeface="+mn-cs"/>
        </a:defRPr>
      </a:lvl3pPr>
      <a:lvl4pPr marL="1399540" indent="-198120" algn="l" defTabSz="913765" rtl="0" eaLnBrk="1" fontAlgn="ctr" latinLnBrk="0" hangingPunct="1">
        <a:lnSpc>
          <a:spcPct val="140000"/>
        </a:lnSpc>
        <a:spcBef>
          <a:spcPts val="575"/>
        </a:spcBef>
        <a:buFont typeface="Huawei Sans" panose="020C0503030203020204" pitchFamily="34" charset="0"/>
        <a:buChar char="−"/>
        <a:defRPr sz="1600" kern="1200" baseline="0">
          <a:solidFill>
            <a:schemeClr val="tx1"/>
          </a:solidFill>
          <a:latin typeface="Huawei Sans" panose="020C0503030203020204" pitchFamily="34" charset="0"/>
          <a:ea typeface="方正兰亭黑简体" panose="02000000000000000000" pitchFamily="2" charset="-122"/>
          <a:cs typeface="+mn-cs"/>
        </a:defRPr>
      </a:lvl4pPr>
      <a:lvl5pPr marL="1802765" indent="-201295" algn="l" defTabSz="913765" rtl="0" eaLnBrk="1" fontAlgn="ctr" latinLnBrk="0" hangingPunct="1">
        <a:lnSpc>
          <a:spcPct val="140000"/>
        </a:lnSpc>
        <a:spcBef>
          <a:spcPts val="575"/>
        </a:spcBef>
        <a:buFont typeface="Huawei Sans" panose="020C0503030203020204" pitchFamily="34" charset="0"/>
        <a:buChar char="~"/>
        <a:defRPr sz="1400" kern="1200" baseline="0">
          <a:solidFill>
            <a:schemeClr val="tx1"/>
          </a:solidFill>
          <a:latin typeface="Huawei Sans" panose="020C0503030203020204" pitchFamily="34" charset="0"/>
          <a:ea typeface="方正兰亭黑简体" panose="02000000000000000000" pitchFamily="2" charset="-122"/>
          <a:cs typeface="+mn-cs"/>
        </a:defRPr>
      </a:lvl5pPr>
      <a:lvl6pPr marL="25133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05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77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49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3765" algn="l" defTabSz="913765" rtl="0" eaLnBrk="1" latinLnBrk="0" hangingPunct="1">
        <a:defRPr sz="1800" kern="1200">
          <a:solidFill>
            <a:schemeClr val="tx1"/>
          </a:solidFill>
          <a:latin typeface="+mn-lt"/>
          <a:ea typeface="+mn-ea"/>
          <a:cs typeface="+mn-cs"/>
        </a:defRPr>
      </a:lvl3pPr>
      <a:lvl4pPr marL="1370965" algn="l" defTabSz="913765" rtl="0" eaLnBrk="1" latinLnBrk="0" hangingPunct="1">
        <a:defRPr sz="1800" kern="1200">
          <a:solidFill>
            <a:schemeClr val="tx1"/>
          </a:solidFill>
          <a:latin typeface="+mn-lt"/>
          <a:ea typeface="+mn-ea"/>
          <a:cs typeface="+mn-cs"/>
        </a:defRPr>
      </a:lvl4pPr>
      <a:lvl5pPr marL="1828165" algn="l" defTabSz="913765" rtl="0" eaLnBrk="1" latinLnBrk="0" hangingPunct="1">
        <a:defRPr sz="1800" kern="1200">
          <a:solidFill>
            <a:schemeClr val="tx1"/>
          </a:solidFill>
          <a:latin typeface="+mn-lt"/>
          <a:ea typeface="+mn-ea"/>
          <a:cs typeface="+mn-cs"/>
        </a:defRPr>
      </a:lvl5pPr>
      <a:lvl6pPr marL="2285365" algn="l" defTabSz="913765" rtl="0" eaLnBrk="1" latinLnBrk="0" hangingPunct="1">
        <a:defRPr sz="1800" kern="1200">
          <a:solidFill>
            <a:schemeClr val="tx1"/>
          </a:solidFill>
          <a:latin typeface="+mn-lt"/>
          <a:ea typeface="+mn-ea"/>
          <a:cs typeface="+mn-cs"/>
        </a:defRPr>
      </a:lvl6pPr>
      <a:lvl7pPr marL="2741930" algn="l" defTabSz="913765" rtl="0" eaLnBrk="1" latinLnBrk="0" hangingPunct="1">
        <a:defRPr sz="1800" kern="1200">
          <a:solidFill>
            <a:schemeClr val="tx1"/>
          </a:solidFill>
          <a:latin typeface="+mn-lt"/>
          <a:ea typeface="+mn-ea"/>
          <a:cs typeface="+mn-cs"/>
        </a:defRPr>
      </a:lvl7pPr>
      <a:lvl8pPr marL="3199130" algn="l" defTabSz="913765" rtl="0" eaLnBrk="1" latinLnBrk="0" hangingPunct="1">
        <a:defRPr sz="1800" kern="1200">
          <a:solidFill>
            <a:schemeClr val="tx1"/>
          </a:solidFill>
          <a:latin typeface="+mn-lt"/>
          <a:ea typeface="+mn-ea"/>
          <a:cs typeface="+mn-cs"/>
        </a:defRPr>
      </a:lvl8pPr>
      <a:lvl9pPr marL="3656330" algn="l" defTabSz="913765"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grpSp>
        <p:nvGrpSpPr>
          <p:cNvPr id="29" name="Group 87"/>
          <p:cNvGrpSpPr>
            <a:grpSpLocks noChangeAspect="1"/>
          </p:cNvGrpSpPr>
          <p:nvPr userDrawn="1"/>
        </p:nvGrpSpPr>
        <p:grpSpPr>
          <a:xfrm>
            <a:off x="12290471" y="2625389"/>
            <a:ext cx="1963323" cy="4233515"/>
            <a:chOff x="5343885" y="-48857"/>
            <a:chExt cx="3263586" cy="7037279"/>
          </a:xfrm>
        </p:grpSpPr>
        <p:sp>
          <p:nvSpPr>
            <p:cNvPr id="30" name="矩形 13"/>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panose="020B0604020202020204" pitchFamily="34" charset="0"/>
                  <a:ea typeface="Arial" panose="020B0604020202020204" pitchFamily="34" charset="0"/>
                  <a:cs typeface="Arial" panose="020B0604020202020204" pitchFamily="34" charset="0"/>
                </a:rPr>
                <a:t>RGB</a:t>
              </a:r>
              <a:br>
                <a:rPr kumimoji="1" lang="en-US" altLang="zh-CN" sz="500" b="1" dirty="0">
                  <a:solidFill>
                    <a:schemeClr val="tx2"/>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chemeClr val="tx2"/>
                  </a:solidFill>
                  <a:latin typeface="Arial" panose="020B0604020202020204" pitchFamily="34" charset="0"/>
                  <a:ea typeface="Arial" panose="020B0604020202020204" pitchFamily="34" charset="0"/>
                  <a:cs typeface="Arial" panose="020B0604020202020204" pitchFamily="34" charset="0"/>
                </a:rPr>
                <a:t>196/0/84</a:t>
              </a:r>
              <a:endParaRPr kumimoji="1" lang="en-US" altLang="zh-CN" sz="500" b="1" dirty="0">
                <a:solidFill>
                  <a:schemeClr val="tx2"/>
                </a:solidFill>
                <a:latin typeface="Arial" panose="020B0604020202020204" pitchFamily="34" charset="0"/>
                <a:ea typeface="Arial" panose="020B0604020202020204" pitchFamily="34" charset="0"/>
                <a:cs typeface="Arial" panose="020B0604020202020204" pitchFamily="34" charset="0"/>
              </a:endParaRPr>
            </a:p>
          </p:txBody>
        </p:sp>
        <p:sp>
          <p:nvSpPr>
            <p:cNvPr id="31" name="文本框 15"/>
            <p:cNvSpPr txBox="1"/>
            <p:nvPr userDrawn="1"/>
          </p:nvSpPr>
          <p:spPr>
            <a:xfrm>
              <a:off x="5352723" y="1694497"/>
              <a:ext cx="1052647"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微软雅黑" panose="020B0503020204020204" pitchFamily="34" charset="-122"/>
                  <a:ea typeface="微软雅黑" panose="020B0503020204020204" pitchFamily="34" charset="-122"/>
                </a:rPr>
                <a:t>公司辅助色</a:t>
              </a:r>
              <a:endParaRPr kumimoji="1" lang="zh-CN" altLang="en-US" sz="800" b="0" i="0" dirty="0">
                <a:solidFill>
                  <a:schemeClr val="tx1"/>
                </a:solidFill>
                <a:latin typeface="微软雅黑" panose="020B0503020204020204" pitchFamily="34" charset="-122"/>
                <a:ea typeface="微软雅黑" panose="020B0503020204020204" pitchFamily="34" charset="-122"/>
              </a:endParaRPr>
            </a:p>
          </p:txBody>
        </p:sp>
        <p:sp>
          <p:nvSpPr>
            <p:cNvPr id="32" name="矩形 13"/>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a:t>
              </a:r>
              <a:b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203/55/120</a:t>
              </a:r>
              <a:endPar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endParaRPr>
            </a:p>
          </p:txBody>
        </p:sp>
        <p:sp>
          <p:nvSpPr>
            <p:cNvPr id="33" name="矩形 13"/>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a:t>
              </a:r>
              <a:b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237/109/0</a:t>
              </a:r>
              <a:endPar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endParaRPr>
            </a:p>
          </p:txBody>
        </p:sp>
        <p:sp>
          <p:nvSpPr>
            <p:cNvPr id="34" name="矩形 13"/>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defRPr/>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a:t>
              </a:r>
              <a:b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153/54/54</a:t>
              </a:r>
              <a:endPar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endParaRPr>
            </a:p>
          </p:txBody>
        </p:sp>
        <p:sp>
          <p:nvSpPr>
            <p:cNvPr id="35" name="矩形 13"/>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 </a:t>
              </a:r>
              <a:b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98/178/48</a:t>
              </a:r>
              <a:endPar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endParaRPr>
            </a:p>
          </p:txBody>
        </p:sp>
        <p:sp>
          <p:nvSpPr>
            <p:cNvPr id="36" name="矩形 13"/>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a:t>
              </a:r>
              <a:b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242/137/68</a:t>
              </a:r>
              <a:endPar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endParaRPr>
            </a:p>
          </p:txBody>
        </p:sp>
        <p:sp>
          <p:nvSpPr>
            <p:cNvPr id="37" name="矩形 13"/>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panose="020B0604020202020204" pitchFamily="34" charset="0"/>
                  <a:ea typeface="Arial" panose="020B0604020202020204" pitchFamily="34" charset="0"/>
                  <a:cs typeface="Arial" panose="020B0604020202020204" pitchFamily="34" charset="0"/>
                </a:rPr>
                <a:t>PANTONE 185C</a:t>
              </a:r>
              <a:endParaRPr kumimoji="1" lang="en-US" altLang="zh-CN" sz="500" b="1" dirty="0">
                <a:solidFill>
                  <a:schemeClr val="tx2"/>
                </a:solidFill>
                <a:latin typeface="Arial" panose="020B0604020202020204" pitchFamily="34" charset="0"/>
                <a:ea typeface="Arial" panose="020B0604020202020204" pitchFamily="34" charset="0"/>
                <a:cs typeface="Arial" panose="020B0604020202020204" pitchFamily="34" charset="0"/>
              </a:endParaRPr>
            </a:p>
            <a:p>
              <a:pPr algn="ctr">
                <a:lnSpc>
                  <a:spcPts val="620"/>
                </a:lnSpc>
                <a:spcBef>
                  <a:spcPts val="0"/>
                </a:spcBef>
              </a:pPr>
              <a:r>
                <a:rPr kumimoji="1" lang="en-US" altLang="zh-CN" sz="500" b="1" dirty="0">
                  <a:solidFill>
                    <a:schemeClr val="tx2"/>
                  </a:solidFill>
                  <a:latin typeface="Arial" panose="020B0604020202020204" pitchFamily="34" charset="0"/>
                  <a:ea typeface="Arial" panose="020B0604020202020204" pitchFamily="34" charset="0"/>
                  <a:cs typeface="Arial" panose="020B0604020202020204" pitchFamily="34" charset="0"/>
                </a:rPr>
                <a:t>RGB </a:t>
              </a:r>
              <a:br>
                <a:rPr kumimoji="1" lang="en-US" altLang="zh-CN" sz="500" b="1" dirty="0">
                  <a:solidFill>
                    <a:schemeClr val="tx2"/>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chemeClr val="tx2"/>
                  </a:solidFill>
                  <a:latin typeface="Arial" panose="020B0604020202020204" pitchFamily="34" charset="0"/>
                  <a:ea typeface="Arial" panose="020B0604020202020204" pitchFamily="34" charset="0"/>
                  <a:cs typeface="Arial" panose="020B0604020202020204" pitchFamily="34" charset="0"/>
                </a:rPr>
                <a:t>199/0/11  </a:t>
              </a:r>
              <a:endParaRPr kumimoji="1" lang="en-US" altLang="zh-CN" sz="500" b="1" dirty="0">
                <a:solidFill>
                  <a:schemeClr val="tx2"/>
                </a:solidFill>
                <a:latin typeface="Arial" panose="020B0604020202020204" pitchFamily="34" charset="0"/>
                <a:ea typeface="Arial" panose="020B0604020202020204" pitchFamily="34" charset="0"/>
                <a:cs typeface="Arial" panose="020B0604020202020204" pitchFamily="34" charset="0"/>
              </a:endParaRPr>
            </a:p>
          </p:txBody>
        </p:sp>
        <p:sp>
          <p:nvSpPr>
            <p:cNvPr id="38" name="文本框 15"/>
            <p:cNvSpPr txBox="1"/>
            <p:nvPr userDrawn="1"/>
          </p:nvSpPr>
          <p:spPr>
            <a:xfrm>
              <a:off x="5343885" y="-48857"/>
              <a:ext cx="726488"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微软雅黑" panose="020B0503020204020204" pitchFamily="34" charset="-122"/>
                  <a:ea typeface="微软雅黑" panose="020B0503020204020204" pitchFamily="34" charset="-122"/>
                </a:rPr>
                <a:t>公司色</a:t>
              </a:r>
              <a:endParaRPr kumimoji="1" lang="zh-CN" altLang="en-US" sz="800" b="0" i="0" dirty="0">
                <a:solidFill>
                  <a:schemeClr val="tx1"/>
                </a:solidFill>
                <a:latin typeface="微软雅黑" panose="020B0503020204020204" pitchFamily="34" charset="-122"/>
                <a:ea typeface="微软雅黑" panose="020B0503020204020204" pitchFamily="34" charset="-122"/>
              </a:endParaRPr>
            </a:p>
          </p:txBody>
        </p:sp>
        <p:sp>
          <p:nvSpPr>
            <p:cNvPr id="39" name="矩形 13"/>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panose="020B0604020202020204" pitchFamily="34" charset="0"/>
                  <a:ea typeface="Arial" panose="020B0604020202020204" pitchFamily="34" charset="0"/>
                  <a:cs typeface="Arial" panose="020B0604020202020204" pitchFamily="34" charset="0"/>
                </a:rPr>
                <a:t>PANTONE 186C</a:t>
              </a:r>
              <a:endParaRPr kumimoji="1" lang="en-US" altLang="zh-CN" sz="500" b="1" dirty="0">
                <a:solidFill>
                  <a:schemeClr val="tx2"/>
                </a:solidFill>
                <a:latin typeface="Arial" panose="020B0604020202020204" pitchFamily="34" charset="0"/>
                <a:ea typeface="Arial" panose="020B0604020202020204" pitchFamily="34" charset="0"/>
                <a:cs typeface="Arial" panose="020B0604020202020204" pitchFamily="34" charset="0"/>
              </a:endParaRPr>
            </a:p>
            <a:p>
              <a:pPr algn="ctr">
                <a:lnSpc>
                  <a:spcPts val="620"/>
                </a:lnSpc>
              </a:pPr>
              <a:r>
                <a:rPr kumimoji="1" lang="en-US" altLang="zh-CN" sz="500" b="1" dirty="0">
                  <a:solidFill>
                    <a:schemeClr val="tx2"/>
                  </a:solidFill>
                  <a:latin typeface="Arial" panose="020B0604020202020204" pitchFamily="34" charset="0"/>
                  <a:ea typeface="Arial" panose="020B0604020202020204" pitchFamily="34" charset="0"/>
                  <a:cs typeface="Arial" panose="020B0604020202020204" pitchFamily="34" charset="0"/>
                </a:rPr>
                <a:t>RGB</a:t>
              </a:r>
              <a:br>
                <a:rPr kumimoji="1" lang="en-US" altLang="zh-CN" sz="500" b="1" dirty="0">
                  <a:solidFill>
                    <a:schemeClr val="tx2"/>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chemeClr val="tx2"/>
                  </a:solidFill>
                  <a:latin typeface="Arial" panose="020B0604020202020204" pitchFamily="34" charset="0"/>
                  <a:ea typeface="Arial" panose="020B0604020202020204" pitchFamily="34" charset="0"/>
                  <a:cs typeface="Arial" panose="020B0604020202020204" pitchFamily="34" charset="0"/>
                </a:rPr>
                <a:t>200/16/46  </a:t>
              </a:r>
              <a:endParaRPr kumimoji="1" lang="en-US" altLang="zh-CN" sz="500" b="1" dirty="0">
                <a:solidFill>
                  <a:schemeClr val="tx2"/>
                </a:solidFill>
                <a:latin typeface="Arial" panose="020B0604020202020204" pitchFamily="34" charset="0"/>
                <a:ea typeface="Arial" panose="020B0604020202020204" pitchFamily="34" charset="0"/>
                <a:cs typeface="Arial" panose="020B0604020202020204" pitchFamily="34" charset="0"/>
              </a:endParaRPr>
            </a:p>
          </p:txBody>
        </p:sp>
        <p:sp>
          <p:nvSpPr>
            <p:cNvPr id="40" name="矩形 13"/>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a:t>
              </a:r>
              <a:b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127/0/1</a:t>
              </a:r>
              <a:endPar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endParaRPr>
            </a:p>
          </p:txBody>
        </p:sp>
        <p:sp>
          <p:nvSpPr>
            <p:cNvPr id="41" name="矩形 13"/>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a:t>
              </a:r>
              <a:b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52/200/0</a:t>
              </a:r>
              <a:endPar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endParaRPr>
            </a:p>
          </p:txBody>
        </p:sp>
        <p:sp>
          <p:nvSpPr>
            <p:cNvPr id="42" name="矩形 13"/>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 </a:t>
              </a:r>
              <a:b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48/181/197</a:t>
              </a:r>
              <a:endPar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endParaRPr>
            </a:p>
          </p:txBody>
        </p:sp>
        <p:sp>
          <p:nvSpPr>
            <p:cNvPr id="43" name="矩形 13"/>
            <p:cNvSpPr/>
            <p:nvPr userDrawn="1"/>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a:t>
              </a:r>
              <a:b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129/193/95</a:t>
              </a:r>
              <a:endPar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endParaRPr>
            </a:p>
          </p:txBody>
        </p:sp>
        <p:sp>
          <p:nvSpPr>
            <p:cNvPr id="44" name="矩形 13"/>
            <p:cNvSpPr/>
            <p:nvPr userDrawn="1"/>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a:t>
              </a:r>
              <a:b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253/211/81</a:t>
              </a:r>
              <a:endPar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endParaRPr>
            </a:p>
          </p:txBody>
        </p:sp>
        <p:sp>
          <p:nvSpPr>
            <p:cNvPr id="45" name="矩形 13"/>
            <p:cNvSpPr/>
            <p:nvPr userDrawn="1"/>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 </a:t>
              </a:r>
              <a:b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86/196/210</a:t>
              </a:r>
              <a:endPar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endParaRPr>
            </a:p>
          </p:txBody>
        </p:sp>
        <p:sp>
          <p:nvSpPr>
            <p:cNvPr id="46" name="矩形 13"/>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 </a:t>
              </a:r>
              <a:b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211/57/65</a:t>
              </a:r>
              <a:endPar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endParaRPr>
            </a:p>
          </p:txBody>
        </p:sp>
        <p:sp>
          <p:nvSpPr>
            <p:cNvPr id="47" name="矩形 13"/>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 </a:t>
              </a:r>
              <a:endPar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endParaRPr>
            </a:p>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211/56/89</a:t>
              </a:r>
              <a:endPar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endParaRPr>
            </a:p>
          </p:txBody>
        </p:sp>
        <p:sp>
          <p:nvSpPr>
            <p:cNvPr id="48" name="矩形 13"/>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221/128/170</a:t>
              </a:r>
              <a:endPar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endParaRPr>
            </a:p>
          </p:txBody>
        </p:sp>
        <p:sp>
          <p:nvSpPr>
            <p:cNvPr id="49" name="矩形 13"/>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defRPr/>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191/128/130</a:t>
              </a:r>
              <a:endPar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endParaRPr>
            </a:p>
          </p:txBody>
        </p:sp>
        <p:sp>
          <p:nvSpPr>
            <p:cNvPr id="50" name="矩形 13"/>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246/183/140</a:t>
              </a:r>
              <a:endPar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endParaRPr>
            </a:p>
          </p:txBody>
        </p:sp>
        <p:sp>
          <p:nvSpPr>
            <p:cNvPr id="51" name="矩形 13"/>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176/216/156</a:t>
              </a:r>
              <a:endPar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endParaRPr>
            </a:p>
          </p:txBody>
        </p:sp>
        <p:sp>
          <p:nvSpPr>
            <p:cNvPr id="52" name="矩形 13"/>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253/227/181</a:t>
              </a:r>
              <a:endPar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endParaRPr>
            </a:p>
          </p:txBody>
        </p:sp>
        <p:sp>
          <p:nvSpPr>
            <p:cNvPr id="53" name="矩形 13"/>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148/218/226</a:t>
              </a:r>
              <a:endPar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endParaRPr>
            </a:p>
          </p:txBody>
        </p:sp>
        <p:sp>
          <p:nvSpPr>
            <p:cNvPr id="54" name="矩形 13"/>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226/129/137</a:t>
              </a:r>
              <a:endPar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endParaRPr>
            </a:p>
          </p:txBody>
        </p:sp>
        <p:sp>
          <p:nvSpPr>
            <p:cNvPr id="55" name="矩形 13"/>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226/129/152</a:t>
              </a:r>
              <a:endPar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endParaRPr>
            </a:p>
          </p:txBody>
        </p:sp>
        <p:sp>
          <p:nvSpPr>
            <p:cNvPr id="56" name="矩形 13"/>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235/179/204</a:t>
              </a:r>
              <a:endPar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endParaRPr>
            </a:p>
          </p:txBody>
        </p:sp>
        <p:sp>
          <p:nvSpPr>
            <p:cNvPr id="57" name="矩形 13"/>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defRPr/>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216/179/179</a:t>
              </a:r>
              <a:endPar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endParaRPr>
            </a:p>
          </p:txBody>
        </p:sp>
        <p:sp>
          <p:nvSpPr>
            <p:cNvPr id="58" name="矩形 13"/>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250/211/187</a:t>
              </a:r>
              <a:endPar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endParaRPr>
            </a:p>
          </p:txBody>
        </p:sp>
        <p:sp>
          <p:nvSpPr>
            <p:cNvPr id="59" name="矩形 13"/>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208/232/196</a:t>
              </a:r>
              <a:endPar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endParaRPr>
            </a:p>
          </p:txBody>
        </p:sp>
        <p:sp>
          <p:nvSpPr>
            <p:cNvPr id="60" name="矩形 13"/>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254/238/193</a:t>
              </a:r>
              <a:endPar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endParaRPr>
            </a:p>
          </p:txBody>
        </p:sp>
        <p:sp>
          <p:nvSpPr>
            <p:cNvPr id="61" name="矩形 13"/>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a:t>
              </a:r>
              <a:b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190/23/238</a:t>
              </a:r>
              <a:endPar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endParaRPr>
            </a:p>
          </p:txBody>
        </p:sp>
        <p:sp>
          <p:nvSpPr>
            <p:cNvPr id="62" name="矩形 13"/>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239/178/184</a:t>
              </a:r>
              <a:endPar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endParaRPr>
            </a:p>
          </p:txBody>
        </p:sp>
        <p:sp>
          <p:nvSpPr>
            <p:cNvPr id="63" name="矩形 13"/>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238/179/193</a:t>
              </a:r>
              <a:endPar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endParaRPr>
            </a:p>
          </p:txBody>
        </p:sp>
        <p:sp>
          <p:nvSpPr>
            <p:cNvPr id="64" name="矩形 13"/>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 </a:t>
              </a:r>
              <a:b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35/24/21</a:t>
              </a:r>
              <a:endPar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endParaRPr>
            </a:p>
          </p:txBody>
        </p:sp>
        <p:sp>
          <p:nvSpPr>
            <p:cNvPr id="65" name="矩形 13"/>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 </a:t>
              </a:r>
              <a:endPar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endParaRPr>
            </a:p>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89/87/87</a:t>
              </a:r>
              <a:endPar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endParaRPr>
            </a:p>
          </p:txBody>
        </p:sp>
        <p:sp>
          <p:nvSpPr>
            <p:cNvPr id="66" name="矩形 13"/>
            <p:cNvSpPr/>
            <p:nvPr userDrawn="1"/>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a:t>
              </a:r>
              <a:endPar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endParaRPr>
            </a:p>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137/137/</a:t>
              </a:r>
              <a:b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137</a:t>
              </a:r>
              <a:endPar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endParaRPr>
            </a:p>
          </p:txBody>
        </p:sp>
        <p:sp>
          <p:nvSpPr>
            <p:cNvPr id="67" name="矩形 13"/>
            <p:cNvSpPr/>
            <p:nvPr userDrawn="1"/>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a:t>
              </a:r>
              <a:endPar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endParaRPr>
            </a:p>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181/181/</a:t>
              </a:r>
              <a:b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181</a:t>
              </a:r>
              <a:endPar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endParaRPr>
            </a:p>
          </p:txBody>
        </p:sp>
        <p:sp>
          <p:nvSpPr>
            <p:cNvPr id="68" name="矩形 13"/>
            <p:cNvSpPr/>
            <p:nvPr userDrawn="1"/>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221/221/</a:t>
              </a:r>
              <a:b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221</a:t>
              </a:r>
              <a:endPar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endParaRPr>
            </a:p>
          </p:txBody>
        </p:sp>
        <p:sp>
          <p:nvSpPr>
            <p:cNvPr id="69" name="矩形 13"/>
            <p:cNvSpPr/>
            <p:nvPr userDrawn="1"/>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a:t>
              </a:r>
              <a:endPar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endParaRPr>
            </a:p>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255/255/</a:t>
              </a:r>
              <a:b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255</a:t>
              </a:r>
              <a:endPar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endParaRPr>
            </a:p>
          </p:txBody>
        </p:sp>
      </p:grpSp>
      <p:sp>
        <p:nvSpPr>
          <p:cNvPr id="70" name="Title Placeholder 1"/>
          <p:cNvSpPr>
            <a:spLocks noGrp="1"/>
          </p:cNvSpPr>
          <p:nvPr>
            <p:ph type="title"/>
          </p:nvPr>
        </p:nvSpPr>
        <p:spPr>
          <a:xfrm>
            <a:off x="616573" y="1474269"/>
            <a:ext cx="3984232" cy="2816080"/>
          </a:xfrm>
          <a:prstGeom prst="rect">
            <a:avLst/>
          </a:prstGeom>
        </p:spPr>
        <p:txBody>
          <a:bodyPr vert="horz" lIns="91440" tIns="45720" rIns="91440" bIns="45720" rtlCol="0" anchor="t">
            <a:normAutofit/>
          </a:bodyPr>
          <a:lstStyle/>
          <a:p>
            <a:r>
              <a:rPr lang="en-US" dirty="0"/>
              <a:t>Click to edit Master title style</a:t>
            </a:r>
            <a:endParaRPr lang="en-US" dirty="0"/>
          </a:p>
        </p:txBody>
      </p:sp>
      <p:sp>
        <p:nvSpPr>
          <p:cNvPr id="71" name="Text Placeholder 1"/>
          <p:cNvSpPr txBox="1"/>
          <p:nvPr userDrawn="1"/>
        </p:nvSpPr>
        <p:spPr>
          <a:xfrm>
            <a:off x="7979357" y="2794960"/>
            <a:ext cx="3225168" cy="2029962"/>
          </a:xfrm>
          <a:prstGeom prst="rect">
            <a:avLst/>
          </a:prstGeom>
        </p:spPr>
        <p:txBody>
          <a:bodyPr lIns="0" tIns="0" rIns="0" bIns="0">
            <a:norm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rgbClr val="FFFFFF"/>
                </a:solidFill>
                <a:latin typeface="微软雅黑" panose="020B0503020204020204" pitchFamily="34" charset="-122"/>
                <a:ea typeface="微软雅黑" panose="020B0503020204020204" pitchFamily="34" charset="-122"/>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ts val="1065"/>
              </a:lnSpc>
            </a:pPr>
            <a:r>
              <a:rPr kumimoji="1" lang="en-US" altLang="zh-CN" sz="850" b="1" baseline="0" dirty="0">
                <a:solidFill>
                  <a:srgbClr val="1D1D1B"/>
                </a:solidFill>
                <a:latin typeface="Huawei Sans" panose="020C0503030203020204" pitchFamily="34" charset="0"/>
                <a:ea typeface="方正兰亭黑简体" panose="02000000000000000000" pitchFamily="2" charset="-122"/>
              </a:rPr>
              <a:t>Copyright©2026 Huawei Technologies Co., Ltd.</a:t>
            </a:r>
            <a:br>
              <a:rPr kumimoji="1" lang="en-US" altLang="zh-CN" sz="850" b="1" baseline="0" dirty="0">
                <a:solidFill>
                  <a:srgbClr val="1D1D1B"/>
                </a:solidFill>
                <a:latin typeface="Huawei Sans" panose="020C0503030203020204" pitchFamily="34" charset="0"/>
                <a:ea typeface="方正兰亭黑简体" panose="02000000000000000000" pitchFamily="2" charset="-122"/>
              </a:rPr>
            </a:br>
            <a:r>
              <a:rPr kumimoji="1" lang="en-US" altLang="zh-CN" sz="850" b="1" baseline="0" dirty="0">
                <a:solidFill>
                  <a:srgbClr val="1D1D1B"/>
                </a:solidFill>
                <a:latin typeface="Huawei Sans" panose="020C0503030203020204" pitchFamily="34" charset="0"/>
                <a:ea typeface="方正兰亭黑简体" panose="02000000000000000000" pitchFamily="2" charset="-122"/>
              </a:rPr>
              <a:t>All Rights Reserved.</a:t>
            </a:r>
            <a:br>
              <a:rPr kumimoji="1" lang="en-US" altLang="zh-CN" sz="780" dirty="0">
                <a:solidFill>
                  <a:srgbClr val="1D1D1B"/>
                </a:solidFill>
                <a:latin typeface="+mn-lt"/>
              </a:rPr>
            </a:br>
            <a:br>
              <a:rPr kumimoji="1" lang="en-US" altLang="zh-CN" sz="780" dirty="0">
                <a:solidFill>
                  <a:srgbClr val="1D1D1B"/>
                </a:solidFill>
                <a:latin typeface="+mn-lt"/>
              </a:rPr>
            </a:br>
            <a:r>
              <a:rPr kumimoji="1" lang="en-US" altLang="zh-CN" sz="850" baseline="0" dirty="0">
                <a:solidFill>
                  <a:srgbClr val="1D1D1B"/>
                </a:solidFill>
                <a:latin typeface="Huawei Sans" panose="020C0503030203020204" pitchFamily="34" charset="0"/>
                <a:ea typeface="方正兰亭黑简体" panose="02000000000000000000" pitchFamily="2" charset="-122"/>
                <a:cs typeface="Arial" panose="020B0604020202020204" pitchFamily="34" charset="0"/>
              </a:rPr>
              <a:t>The information in this document may contain predictive statements including, without limitation, statements regarding the future financial and operating results, future product portfolio, new technology, etc. There are a number of factors that could cause actual results and developments to differ materially from those expressed or implied in the predictive statements. Therefore, such information is provided for reference purpose only and constitutes neither an offer nor an acceptance. Huawei may change the information at any time without notice. </a:t>
            </a:r>
            <a:endParaRPr kumimoji="1" lang="en-US" altLang="zh-CN" sz="850" baseline="0" dirty="0">
              <a:solidFill>
                <a:srgbClr val="1D1D1B"/>
              </a:solidFill>
              <a:latin typeface="Huawei Sans" panose="020C0503030203020204" pitchFamily="34" charset="0"/>
              <a:ea typeface="方正兰亭黑简体" panose="02000000000000000000" pitchFamily="2" charset="-122"/>
              <a:cs typeface="Arial" panose="020B0604020202020204" pitchFamily="34" charset="0"/>
            </a:endParaRPr>
          </a:p>
          <a:p>
            <a:pPr>
              <a:lnSpc>
                <a:spcPts val="1065"/>
              </a:lnSpc>
            </a:pPr>
            <a:endParaRPr kumimoji="1" lang="zh-CN" altLang="en-US" sz="780" dirty="0">
              <a:solidFill>
                <a:srgbClr val="1D1D1B"/>
              </a:solidFill>
              <a:latin typeface="+mn-lt"/>
            </a:endParaRPr>
          </a:p>
        </p:txBody>
      </p:sp>
      <p:sp>
        <p:nvSpPr>
          <p:cNvPr id="72" name="Subtitle 6"/>
          <p:cNvSpPr txBox="1"/>
          <p:nvPr userDrawn="1"/>
        </p:nvSpPr>
        <p:spPr>
          <a:xfrm>
            <a:off x="7987276" y="1631849"/>
            <a:ext cx="3477701" cy="491114"/>
          </a:xfrm>
          <a:prstGeom prst="rect">
            <a:avLst/>
          </a:prstGeom>
        </p:spPr>
        <p:txBody>
          <a:bodyPr lIns="0" tIns="0" rIns="0" bIns="0">
            <a:norm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rgbClr val="FFFFFF"/>
                </a:solidFill>
                <a:latin typeface="微软雅黑" panose="020B0503020204020204" pitchFamily="34" charset="-122"/>
                <a:ea typeface="微软雅黑" panose="020B0503020204020204" pitchFamily="34" charset="-122"/>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ts val="1680"/>
              </a:lnSpc>
              <a:spcBef>
                <a:spcPts val="0"/>
              </a:spcBef>
            </a:pPr>
            <a:r>
              <a:rPr kumimoji="1" lang="zh-CN" altLang="en-US" sz="1300" baseline="0" dirty="0">
                <a:solidFill>
                  <a:srgbClr val="1D1D1B"/>
                </a:solidFill>
                <a:latin typeface="Huawei Sans" panose="020C0503030203020204" pitchFamily="34" charset="0"/>
                <a:ea typeface="方正兰亭黑简体" panose="02000000000000000000" pitchFamily="2" charset="-122"/>
                <a:cs typeface="微软雅黑" panose="020B0503020204020204" pitchFamily="34" charset="-122"/>
              </a:rPr>
              <a:t>把数字世界带入每个人、每个家庭、</a:t>
            </a:r>
            <a:br>
              <a:rPr kumimoji="1" lang="en-US" altLang="zh-CN" sz="1300" baseline="0" dirty="0">
                <a:solidFill>
                  <a:srgbClr val="1D1D1B"/>
                </a:solidFill>
                <a:latin typeface="Huawei Sans" panose="020C0503030203020204" pitchFamily="34" charset="0"/>
                <a:ea typeface="方正兰亭黑简体" panose="02000000000000000000" pitchFamily="2" charset="-122"/>
                <a:cs typeface="微软雅黑" panose="020B0503020204020204" pitchFamily="34" charset="-122"/>
              </a:rPr>
            </a:br>
            <a:r>
              <a:rPr kumimoji="1" lang="zh-CN" altLang="en-US" sz="1300" baseline="0" dirty="0">
                <a:solidFill>
                  <a:srgbClr val="1D1D1B"/>
                </a:solidFill>
                <a:latin typeface="Huawei Sans" panose="020C0503030203020204" pitchFamily="34" charset="0"/>
                <a:ea typeface="方正兰亭黑简体" panose="02000000000000000000" pitchFamily="2" charset="-122"/>
                <a:cs typeface="微软雅黑" panose="020B0503020204020204" pitchFamily="34" charset="-122"/>
              </a:rPr>
              <a:t>每个组织，构建万物互联的智能世界。</a:t>
            </a:r>
            <a:endParaRPr kumimoji="1" lang="zh-CN" altLang="en-US" sz="1300" baseline="0" dirty="0">
              <a:solidFill>
                <a:srgbClr val="1D1D1B"/>
              </a:solidFill>
              <a:latin typeface="Huawei Sans" panose="020C0503030203020204" pitchFamily="34" charset="0"/>
              <a:ea typeface="方正兰亭黑简体" panose="02000000000000000000" pitchFamily="2" charset="-122"/>
              <a:cs typeface="微软雅黑" panose="020B0503020204020204" pitchFamily="34" charset="-122"/>
            </a:endParaRPr>
          </a:p>
        </p:txBody>
      </p:sp>
      <p:sp>
        <p:nvSpPr>
          <p:cNvPr id="73" name="Subtitle 6"/>
          <p:cNvSpPr txBox="1"/>
          <p:nvPr userDrawn="1"/>
        </p:nvSpPr>
        <p:spPr>
          <a:xfrm>
            <a:off x="7977672" y="2106124"/>
            <a:ext cx="3481833" cy="582808"/>
          </a:xfrm>
          <a:prstGeom prst="rect">
            <a:avLst/>
          </a:prstGeom>
        </p:spPr>
        <p:txBody>
          <a:bodyPr vert="horz" lIns="0" tIns="0" rIns="0" bIns="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chemeClr val="tx1"/>
                </a:solidFill>
                <a:latin typeface="微软雅黑" panose="020B0503020204020204" pitchFamily="34" charset="-122"/>
                <a:ea typeface="微软雅黑" panose="020B0503020204020204" pitchFamily="34" charset="-122"/>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ts val="1295"/>
              </a:lnSpc>
            </a:pPr>
            <a:r>
              <a:rPr kumimoji="1" lang="en-US" altLang="zh-CN" sz="1200" baseline="0" dirty="0">
                <a:solidFill>
                  <a:srgbClr val="1D1D1B"/>
                </a:solidFill>
                <a:latin typeface="Huawei Sans" panose="020C0503030203020204" pitchFamily="34" charset="0"/>
                <a:ea typeface="方正兰亭黑简体" panose="02000000000000000000" pitchFamily="2" charset="-122"/>
                <a:cs typeface="Arial" panose="020B0604020202020204" pitchFamily="34" charset="0"/>
              </a:rPr>
              <a:t>Bring digital to every person, home, and </a:t>
            </a:r>
            <a:br>
              <a:rPr kumimoji="1" lang="en-US" altLang="zh-CN" sz="1200" baseline="0" dirty="0">
                <a:solidFill>
                  <a:srgbClr val="1D1D1B"/>
                </a:solidFill>
                <a:latin typeface="Huawei Sans" panose="020C0503030203020204" pitchFamily="34" charset="0"/>
                <a:ea typeface="方正兰亭黑简体" panose="02000000000000000000" pitchFamily="2" charset="-122"/>
                <a:cs typeface="Arial" panose="020B0604020202020204" pitchFamily="34" charset="0"/>
              </a:rPr>
            </a:br>
            <a:r>
              <a:rPr kumimoji="1" lang="en-US" altLang="zh-CN" sz="1200" baseline="0" dirty="0">
                <a:solidFill>
                  <a:srgbClr val="1D1D1B"/>
                </a:solidFill>
                <a:latin typeface="Huawei Sans" panose="020C0503030203020204" pitchFamily="34" charset="0"/>
                <a:ea typeface="方正兰亭黑简体" panose="02000000000000000000" pitchFamily="2" charset="-122"/>
                <a:cs typeface="Arial" panose="020B0604020202020204" pitchFamily="34" charset="0"/>
              </a:rPr>
              <a:t>organization for a fully connected, </a:t>
            </a:r>
            <a:br>
              <a:rPr kumimoji="1" lang="en-US" altLang="zh-CN" sz="1200" baseline="0" dirty="0">
                <a:solidFill>
                  <a:srgbClr val="1D1D1B"/>
                </a:solidFill>
                <a:latin typeface="Huawei Sans" panose="020C0503030203020204" pitchFamily="34" charset="0"/>
                <a:ea typeface="方正兰亭黑简体" panose="02000000000000000000" pitchFamily="2" charset="-122"/>
                <a:cs typeface="Arial" panose="020B0604020202020204" pitchFamily="34" charset="0"/>
              </a:rPr>
            </a:br>
            <a:r>
              <a:rPr kumimoji="1" lang="en-US" altLang="zh-CN" sz="1200" baseline="0" dirty="0">
                <a:solidFill>
                  <a:srgbClr val="1D1D1B"/>
                </a:solidFill>
                <a:latin typeface="Huawei Sans" panose="020C0503030203020204" pitchFamily="34" charset="0"/>
                <a:ea typeface="方正兰亭黑简体" panose="02000000000000000000" pitchFamily="2" charset="-122"/>
                <a:cs typeface="Arial" panose="020B0604020202020204" pitchFamily="34" charset="0"/>
              </a:rPr>
              <a:t>intelligent world.</a:t>
            </a:r>
            <a:endParaRPr kumimoji="1" lang="zh-CN" altLang="en-US" sz="1200" baseline="0" dirty="0">
              <a:solidFill>
                <a:srgbClr val="1D1D1B"/>
              </a:solidFill>
              <a:latin typeface="Huawei Sans" panose="020C0503030203020204" pitchFamily="34" charset="0"/>
              <a:ea typeface="方正兰亭黑简体" panose="02000000000000000000" pitchFamily="2" charset="-122"/>
              <a:cs typeface="微软雅黑" panose="020B0503020204020204" pitchFamily="34" charset="-122"/>
            </a:endParaRPr>
          </a:p>
        </p:txBody>
      </p:sp>
      <p:pic>
        <p:nvPicPr>
          <p:cNvPr id="74" name="图片 7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975497" y="5251150"/>
            <a:ext cx="1869596" cy="399462"/>
          </a:xfrm>
          <a:prstGeom prst="rect">
            <a:avLst/>
          </a:prstGeom>
        </p:spPr>
      </p:pic>
    </p:spTree>
  </p:cSld>
  <p:clrMap bg1="lt1" tx1="dk1" bg2="lt2" tx2="dk2" accent1="accent1" accent2="accent2" accent3="accent3" accent4="accent4" accent5="accent5" accent6="accent6" hlink="hlink" folHlink="folHlink"/>
  <p:sldLayoutIdLst>
    <p:sldLayoutId id="2147483670" r:id="rId1"/>
  </p:sldLayoutIdLst>
  <p:hf hdr="0" ftr="0" dt="0"/>
  <p:txStyles>
    <p:titleStyle>
      <a:lvl1pPr algn="l" defTabSz="1187450" rtl="0" eaLnBrk="1" latinLnBrk="0" hangingPunct="1">
        <a:lnSpc>
          <a:spcPct val="90000"/>
        </a:lnSpc>
        <a:spcBef>
          <a:spcPct val="0"/>
        </a:spcBef>
        <a:buNone/>
        <a:defRPr sz="5000" b="0" kern="1200">
          <a:solidFill>
            <a:schemeClr val="tx1"/>
          </a:solidFill>
          <a:latin typeface="Huawei Sans" panose="020C0503030203020204" pitchFamily="34" charset="0"/>
          <a:ea typeface="方正兰亭黑简体" panose="02000000000000000000" pitchFamily="2" charset="-122"/>
          <a:cs typeface="Huawei Sans" panose="020C0503030203020204" pitchFamily="34" charset="0"/>
        </a:defRPr>
      </a:lvl1pPr>
    </p:titleStyle>
    <p:bodyStyle>
      <a:lvl1pPr marL="0" indent="0" algn="l" defTabSz="1187450" rtl="0" eaLnBrk="1" latinLnBrk="0" hangingPunct="1">
        <a:lnSpc>
          <a:spcPct val="90000"/>
        </a:lnSpc>
        <a:spcBef>
          <a:spcPts val="1300"/>
        </a:spcBef>
        <a:buFont typeface="Arial" panose="020B0604020202020204" pitchFamily="34" charset="0"/>
        <a:buNone/>
        <a:defRPr sz="1820" kern="1200">
          <a:solidFill>
            <a:srgbClr val="FFFFFF"/>
          </a:solidFill>
          <a:latin typeface="微软雅黑" panose="020B0503020204020204" pitchFamily="34" charset="-122"/>
          <a:ea typeface="微软雅黑" panose="020B0503020204020204" pitchFamily="34" charset="-122"/>
          <a:cs typeface="+mn-cs"/>
        </a:defRPr>
      </a:lvl1pPr>
      <a:lvl2pPr marL="593725" indent="0" algn="l" defTabSz="1187450" rtl="0" eaLnBrk="1" latinLnBrk="0" hangingPunct="1">
        <a:lnSpc>
          <a:spcPct val="90000"/>
        </a:lnSpc>
        <a:spcBef>
          <a:spcPts val="650"/>
        </a:spcBef>
        <a:buFont typeface="Arial" panose="020B0604020202020204" pitchFamily="34" charset="0"/>
        <a:buNone/>
        <a:defRPr sz="3115" kern="1200">
          <a:solidFill>
            <a:schemeClr val="tx1"/>
          </a:solidFill>
          <a:latin typeface="+mn-lt"/>
          <a:ea typeface="+mn-ea"/>
          <a:cs typeface="+mn-cs"/>
        </a:defRPr>
      </a:lvl2pPr>
      <a:lvl3pPr marL="1187450" indent="0" algn="l" defTabSz="1187450" rtl="0" eaLnBrk="1" latinLnBrk="0" hangingPunct="1">
        <a:lnSpc>
          <a:spcPct val="90000"/>
        </a:lnSpc>
        <a:spcBef>
          <a:spcPts val="650"/>
        </a:spcBef>
        <a:buFont typeface="Arial" panose="020B0604020202020204" pitchFamily="34" charset="0"/>
        <a:buNone/>
        <a:defRPr sz="2595" kern="1200">
          <a:solidFill>
            <a:schemeClr val="tx1"/>
          </a:solidFill>
          <a:latin typeface="+mn-lt"/>
          <a:ea typeface="+mn-ea"/>
          <a:cs typeface="+mn-cs"/>
        </a:defRPr>
      </a:lvl3pPr>
      <a:lvl4pPr marL="1781175" indent="0" algn="l" defTabSz="1187450" rtl="0" eaLnBrk="1" latinLnBrk="0" hangingPunct="1">
        <a:lnSpc>
          <a:spcPct val="90000"/>
        </a:lnSpc>
        <a:spcBef>
          <a:spcPts val="650"/>
        </a:spcBef>
        <a:buFont typeface="Arial" panose="020B0604020202020204" pitchFamily="34" charset="0"/>
        <a:buNone/>
        <a:defRPr sz="2335" kern="1200">
          <a:solidFill>
            <a:schemeClr val="tx1"/>
          </a:solidFill>
          <a:latin typeface="+mn-lt"/>
          <a:ea typeface="+mn-ea"/>
          <a:cs typeface="+mn-cs"/>
        </a:defRPr>
      </a:lvl4pPr>
      <a:lvl5pPr marL="2374900" indent="0" algn="l" defTabSz="1187450" rtl="0" eaLnBrk="1" latinLnBrk="0" hangingPunct="1">
        <a:lnSpc>
          <a:spcPct val="90000"/>
        </a:lnSpc>
        <a:spcBef>
          <a:spcPts val="650"/>
        </a:spcBef>
        <a:buFont typeface="Arial" panose="020B0604020202020204" pitchFamily="34" charset="0"/>
        <a:buNone/>
        <a:defRPr sz="2335" kern="1200">
          <a:solidFill>
            <a:schemeClr val="tx1"/>
          </a:solidFill>
          <a:latin typeface="+mn-lt"/>
          <a:ea typeface="+mn-ea"/>
          <a:cs typeface="+mn-cs"/>
        </a:defRPr>
      </a:lvl5pPr>
      <a:lvl6pPr marL="3265170" indent="-296545" algn="l" defTabSz="1187450" rtl="0" eaLnBrk="1" latinLnBrk="0" hangingPunct="1">
        <a:lnSpc>
          <a:spcPct val="90000"/>
        </a:lnSpc>
        <a:spcBef>
          <a:spcPts val="650"/>
        </a:spcBef>
        <a:buFont typeface="Arial" panose="020B0604020202020204" pitchFamily="34" charset="0"/>
        <a:buChar char="•"/>
        <a:defRPr sz="2335" kern="1200">
          <a:solidFill>
            <a:schemeClr val="tx1"/>
          </a:solidFill>
          <a:latin typeface="+mn-lt"/>
          <a:ea typeface="+mn-ea"/>
          <a:cs typeface="+mn-cs"/>
        </a:defRPr>
      </a:lvl6pPr>
      <a:lvl7pPr marL="3858895" indent="-296545" algn="l" defTabSz="1187450" rtl="0" eaLnBrk="1" latinLnBrk="0" hangingPunct="1">
        <a:lnSpc>
          <a:spcPct val="90000"/>
        </a:lnSpc>
        <a:spcBef>
          <a:spcPts val="650"/>
        </a:spcBef>
        <a:buFont typeface="Arial" panose="020B0604020202020204" pitchFamily="34" charset="0"/>
        <a:buChar char="•"/>
        <a:defRPr sz="2335" kern="1200">
          <a:solidFill>
            <a:schemeClr val="tx1"/>
          </a:solidFill>
          <a:latin typeface="+mn-lt"/>
          <a:ea typeface="+mn-ea"/>
          <a:cs typeface="+mn-cs"/>
        </a:defRPr>
      </a:lvl7pPr>
      <a:lvl8pPr marL="4452620" indent="-296545" algn="l" defTabSz="1187450" rtl="0" eaLnBrk="1" latinLnBrk="0" hangingPunct="1">
        <a:lnSpc>
          <a:spcPct val="90000"/>
        </a:lnSpc>
        <a:spcBef>
          <a:spcPts val="650"/>
        </a:spcBef>
        <a:buFont typeface="Arial" panose="020B0604020202020204" pitchFamily="34" charset="0"/>
        <a:buChar char="•"/>
        <a:defRPr sz="2335" kern="1200">
          <a:solidFill>
            <a:schemeClr val="tx1"/>
          </a:solidFill>
          <a:latin typeface="+mn-lt"/>
          <a:ea typeface="+mn-ea"/>
          <a:cs typeface="+mn-cs"/>
        </a:defRPr>
      </a:lvl8pPr>
      <a:lvl9pPr marL="5046345" indent="-296545" algn="l" defTabSz="1187450" rtl="0" eaLnBrk="1" latinLnBrk="0" hangingPunct="1">
        <a:lnSpc>
          <a:spcPct val="90000"/>
        </a:lnSpc>
        <a:spcBef>
          <a:spcPts val="650"/>
        </a:spcBef>
        <a:buFont typeface="Arial" panose="020B0604020202020204" pitchFamily="34" charset="0"/>
        <a:buChar char="•"/>
        <a:defRPr sz="2335" kern="1200">
          <a:solidFill>
            <a:schemeClr val="tx1"/>
          </a:solidFill>
          <a:latin typeface="+mn-lt"/>
          <a:ea typeface="+mn-ea"/>
          <a:cs typeface="+mn-cs"/>
        </a:defRPr>
      </a:lvl9pPr>
    </p:bodyStyle>
    <p:otherStyle>
      <a:defPPr>
        <a:defRPr lang="en-US"/>
      </a:defPPr>
      <a:lvl1pPr marL="0" algn="l" defTabSz="1187450" rtl="0" eaLnBrk="1" latinLnBrk="0" hangingPunct="1">
        <a:defRPr sz="2335" kern="1200">
          <a:solidFill>
            <a:schemeClr val="tx1"/>
          </a:solidFill>
          <a:latin typeface="+mn-lt"/>
          <a:ea typeface="+mn-ea"/>
          <a:cs typeface="+mn-cs"/>
        </a:defRPr>
      </a:lvl1pPr>
      <a:lvl2pPr marL="593725" algn="l" defTabSz="1187450" rtl="0" eaLnBrk="1" latinLnBrk="0" hangingPunct="1">
        <a:defRPr sz="2335" kern="1200">
          <a:solidFill>
            <a:schemeClr val="tx1"/>
          </a:solidFill>
          <a:latin typeface="+mn-lt"/>
          <a:ea typeface="+mn-ea"/>
          <a:cs typeface="+mn-cs"/>
        </a:defRPr>
      </a:lvl2pPr>
      <a:lvl3pPr marL="1187450" algn="l" defTabSz="1187450" rtl="0" eaLnBrk="1" latinLnBrk="0" hangingPunct="1">
        <a:defRPr sz="2335" kern="1200">
          <a:solidFill>
            <a:schemeClr val="tx1"/>
          </a:solidFill>
          <a:latin typeface="+mn-lt"/>
          <a:ea typeface="+mn-ea"/>
          <a:cs typeface="+mn-cs"/>
        </a:defRPr>
      </a:lvl3pPr>
      <a:lvl4pPr marL="1781175" algn="l" defTabSz="1187450" rtl="0" eaLnBrk="1" latinLnBrk="0" hangingPunct="1">
        <a:defRPr sz="2335" kern="1200">
          <a:solidFill>
            <a:schemeClr val="tx1"/>
          </a:solidFill>
          <a:latin typeface="+mn-lt"/>
          <a:ea typeface="+mn-ea"/>
          <a:cs typeface="+mn-cs"/>
        </a:defRPr>
      </a:lvl4pPr>
      <a:lvl5pPr marL="2374900" algn="l" defTabSz="1187450" rtl="0" eaLnBrk="1" latinLnBrk="0" hangingPunct="1">
        <a:defRPr sz="2335" kern="1200">
          <a:solidFill>
            <a:schemeClr val="tx1"/>
          </a:solidFill>
          <a:latin typeface="+mn-lt"/>
          <a:ea typeface="+mn-ea"/>
          <a:cs typeface="+mn-cs"/>
        </a:defRPr>
      </a:lvl5pPr>
      <a:lvl6pPr marL="2968625" algn="l" defTabSz="1187450" rtl="0" eaLnBrk="1" latinLnBrk="0" hangingPunct="1">
        <a:defRPr sz="2335" kern="1200">
          <a:solidFill>
            <a:schemeClr val="tx1"/>
          </a:solidFill>
          <a:latin typeface="+mn-lt"/>
          <a:ea typeface="+mn-ea"/>
          <a:cs typeface="+mn-cs"/>
        </a:defRPr>
      </a:lvl6pPr>
      <a:lvl7pPr marL="3561715" algn="l" defTabSz="1187450" rtl="0" eaLnBrk="1" latinLnBrk="0" hangingPunct="1">
        <a:defRPr sz="2335" kern="1200">
          <a:solidFill>
            <a:schemeClr val="tx1"/>
          </a:solidFill>
          <a:latin typeface="+mn-lt"/>
          <a:ea typeface="+mn-ea"/>
          <a:cs typeface="+mn-cs"/>
        </a:defRPr>
      </a:lvl7pPr>
      <a:lvl8pPr marL="4155440" algn="l" defTabSz="1187450" rtl="0" eaLnBrk="1" latinLnBrk="0" hangingPunct="1">
        <a:defRPr sz="2335" kern="1200">
          <a:solidFill>
            <a:schemeClr val="tx1"/>
          </a:solidFill>
          <a:latin typeface="+mn-lt"/>
          <a:ea typeface="+mn-ea"/>
          <a:cs typeface="+mn-cs"/>
        </a:defRPr>
      </a:lvl8pPr>
      <a:lvl9pPr marL="4749165" algn="l" defTabSz="1187450" rtl="0" eaLnBrk="1" latinLnBrk="0" hangingPunct="1">
        <a:defRPr sz="233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8.xml"/><Relationship Id="rId1" Type="http://schemas.openxmlformats.org/officeDocument/2006/relationships/image" Target="../media/image5.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8.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8.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8.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8.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8.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8.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8.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8.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8.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18.xml"/><Relationship Id="rId1" Type="http://schemas.openxmlformats.org/officeDocument/2006/relationships/chart" Target="../charts/char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8.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8.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8.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6" Type="http://schemas.openxmlformats.org/officeDocument/2006/relationships/notesSlide" Target="../notesSlides/notesSlide41.xml"/><Relationship Id="rId5" Type="http://schemas.openxmlformats.org/officeDocument/2006/relationships/slideLayout" Target="../slideLayouts/slideLayout12.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 name="直接连接符 7"/>
          <p:cNvCxnSpPr/>
          <p:nvPr/>
        </p:nvCxnSpPr>
        <p:spPr>
          <a:xfrm>
            <a:off x="661672" y="3446033"/>
            <a:ext cx="2550356" cy="0"/>
          </a:xfrm>
          <a:prstGeom prst="line">
            <a:avLst/>
          </a:prstGeom>
          <a:ln w="25400">
            <a:solidFill>
              <a:srgbClr val="E9002F"/>
            </a:solidFill>
          </a:ln>
        </p:spPr>
        <p:style>
          <a:lnRef idx="1">
            <a:schemeClr val="accent1"/>
          </a:lnRef>
          <a:fillRef idx="0">
            <a:schemeClr val="accent1"/>
          </a:fillRef>
          <a:effectRef idx="0">
            <a:schemeClr val="accent1"/>
          </a:effectRef>
          <a:fontRef idx="minor">
            <a:schemeClr val="tx1"/>
          </a:fontRef>
        </p:style>
      </p:cxnSp>
      <p:sp>
        <p:nvSpPr>
          <p:cNvPr id="4" name="标题 3"/>
          <p:cNvSpPr>
            <a:spLocks noGrp="1"/>
          </p:cNvSpPr>
          <p:nvPr>
            <p:ph type="ctrTitle"/>
          </p:nvPr>
        </p:nvSpPr>
        <p:spPr>
          <a:xfrm>
            <a:off x="661670" y="2537460"/>
            <a:ext cx="7265670" cy="690245"/>
          </a:xfrm>
        </p:spPr>
        <p:txBody>
          <a:bodyPr>
            <a:normAutofit fontScale="90000"/>
          </a:bodyPr>
          <a:lstStyle/>
          <a:p>
            <a:r>
              <a:rPr lang="en-US" b="1" dirty="0">
                <a:solidFill>
                  <a:srgbClr val="333333"/>
                </a:solidFill>
                <a:cs typeface="微软雅黑" panose="020B0503020204020204" pitchFamily="34" charset="-120"/>
                <a:sym typeface="+mn-ea"/>
              </a:rPr>
              <a:t>MobileNetV3 图像分类实战</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en-US" b="1"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sym typeface="+mn-ea"/>
              </a:rPr>
              <a:t>实验概述与学习目标</a:t>
            </a:r>
            <a:endParaRPr lang="en-US" dirty="0"/>
          </a:p>
          <a:p>
            <a:r>
              <a:rPr lang="zh-CN" altLang="en-US" dirty="0">
                <a:solidFill>
                  <a:schemeClr val="bg1">
                    <a:lumMod val="75000"/>
                  </a:schemeClr>
                </a:solidFill>
                <a:sym typeface="+mn-ea"/>
              </a:rPr>
              <a:t>实验环境配置</a:t>
            </a:r>
            <a:endParaRPr lang="zh-CN" altLang="en-US" dirty="0">
              <a:solidFill>
                <a:schemeClr val="bg1">
                  <a:lumMod val="75000"/>
                </a:schemeClr>
              </a:solidFill>
            </a:endParaRPr>
          </a:p>
          <a:p>
            <a:r>
              <a:rPr lang="zh-CN" altLang="en-US" dirty="0">
                <a:solidFill>
                  <a:schemeClr val="bg1">
                    <a:lumMod val="75000"/>
                  </a:schemeClr>
                </a:solidFill>
              </a:rPr>
              <a:t>数据集介绍以及数据处理</a:t>
            </a:r>
            <a:endParaRPr lang="zh-CN" altLang="en-US" dirty="0">
              <a:solidFill>
                <a:schemeClr val="bg1">
                  <a:lumMod val="75000"/>
                </a:schemeClr>
              </a:solidFill>
            </a:endParaRPr>
          </a:p>
          <a:p>
            <a:r>
              <a:rPr lang="en-US" altLang="zh-CN" dirty="0">
                <a:solidFill>
                  <a:schemeClr val="bg1">
                    <a:lumMod val="75000"/>
                  </a:schemeClr>
                </a:solidFill>
              </a:rPr>
              <a:t>MobileNetV3</a:t>
            </a:r>
            <a:r>
              <a:rPr lang="zh-CN" altLang="en-US" dirty="0">
                <a:solidFill>
                  <a:schemeClr val="bg1">
                    <a:lumMod val="75000"/>
                  </a:schemeClr>
                </a:solidFill>
              </a:rPr>
              <a:t>网络介绍</a:t>
            </a:r>
            <a:endParaRPr lang="zh-CN" altLang="en-US" dirty="0">
              <a:solidFill>
                <a:schemeClr val="bg1">
                  <a:lumMod val="75000"/>
                </a:schemeClr>
              </a:solidFill>
            </a:endParaRPr>
          </a:p>
          <a:p>
            <a:r>
              <a:rPr lang="zh-CN" altLang="en-US" dirty="0">
                <a:solidFill>
                  <a:schemeClr val="bg1">
                    <a:lumMod val="75000"/>
                  </a:schemeClr>
                </a:solidFill>
              </a:rPr>
              <a:t>实验总结</a:t>
            </a:r>
            <a:endParaRPr lang="zh-CN" altLang="en-US" dirty="0">
              <a:solidFill>
                <a:schemeClr val="bg1">
                  <a:lumMod val="75000"/>
                </a:schemeClr>
              </a:solidFill>
            </a:endParaRPr>
          </a:p>
          <a:p>
            <a:r>
              <a:rPr lang="zh-CN" altLang="en-US" dirty="0">
                <a:solidFill>
                  <a:schemeClr val="bg1">
                    <a:lumMod val="75000"/>
                  </a:schemeClr>
                </a:solidFill>
              </a:rPr>
              <a:t>课后习题</a:t>
            </a:r>
            <a:endParaRPr lang="zh-CN" altLang="en-US" dirty="0">
              <a:solidFill>
                <a:schemeClr val="bg1">
                  <a:lumMod val="75000"/>
                </a:schemeClr>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a:xfrm>
            <a:off x="1019174" y="1582420"/>
            <a:ext cx="10153651" cy="4082668"/>
          </a:xfrm>
        </p:spPr>
        <p:txBody>
          <a:bodyPr/>
          <a:lstStyle/>
          <a:p>
            <a:r>
              <a:rPr lang="zh-CN" altLang="en-US" sz="1800" dirty="0"/>
              <a:t>图像分类是计算机视觉最核心的任务之一，从手机相册自动归类到医学影像辅助诊断，已经渗透到生活的方方面面。</a:t>
            </a:r>
            <a:r>
              <a:rPr lang="en-US" altLang="zh-CN" sz="1800" dirty="0"/>
              <a:t>MobileNetV3 </a:t>
            </a:r>
            <a:r>
              <a:rPr lang="zh-CN" altLang="en-US" sz="1800" dirty="0"/>
              <a:t>是 </a:t>
            </a:r>
            <a:r>
              <a:rPr lang="en-US" altLang="zh-CN" sz="1800" dirty="0"/>
              <a:t>Google </a:t>
            </a:r>
            <a:r>
              <a:rPr lang="zh-CN" altLang="en-US" sz="1800" dirty="0"/>
              <a:t>为移动端设计的轻量级神经网络，参数量约 4.0</a:t>
            </a:r>
            <a:r>
              <a:rPr lang="en-US" altLang="zh-CN" sz="1800" dirty="0"/>
              <a:t>M（Large </a:t>
            </a:r>
            <a:r>
              <a:rPr lang="zh-CN" altLang="en-US" sz="1800" dirty="0"/>
              <a:t>版本），仅为 </a:t>
            </a:r>
            <a:r>
              <a:rPr lang="en-US" altLang="zh-CN" sz="1800" dirty="0"/>
              <a:t>ResNet-50 </a:t>
            </a:r>
            <a:r>
              <a:rPr lang="zh-CN" altLang="en-US" sz="1800" dirty="0"/>
              <a:t>的约 1/6，并通过深度可分离卷积、</a:t>
            </a:r>
            <a:r>
              <a:rPr lang="en-US" altLang="zh-CN" sz="1800" dirty="0"/>
              <a:t>SE </a:t>
            </a:r>
            <a:r>
              <a:rPr lang="zh-CN" altLang="en-US" sz="1800" dirty="0"/>
              <a:t>通道注意力模块和 </a:t>
            </a:r>
            <a:r>
              <a:rPr lang="en-US" altLang="zh-CN" sz="1800" dirty="0"/>
              <a:t>h-swish </a:t>
            </a:r>
            <a:r>
              <a:rPr lang="zh-CN" altLang="en-US" sz="1800" dirty="0"/>
              <a:t>激活函数等创新设计兼顾精度与效率。本实验基于 </a:t>
            </a:r>
            <a:r>
              <a:rPr lang="en-US" altLang="zh-CN" sz="1800" dirty="0"/>
              <a:t>PyTorch </a:t>
            </a:r>
            <a:r>
              <a:rPr lang="zh-CN" altLang="en-US" sz="1800" dirty="0"/>
              <a:t>与 </a:t>
            </a:r>
            <a:r>
              <a:rPr lang="en-US" altLang="zh-CN" sz="1800" dirty="0"/>
              <a:t>Ascend NPU，</a:t>
            </a:r>
            <a:r>
              <a:rPr lang="zh-CN" altLang="en-US" sz="1800" dirty="0"/>
              <a:t>使用 </a:t>
            </a:r>
            <a:r>
              <a:rPr lang="en-US" altLang="zh-CN" sz="1800" dirty="0"/>
              <a:t>Tiny ImageNet </a:t>
            </a:r>
            <a:r>
              <a:rPr lang="zh-CN" altLang="en-US" sz="1800" dirty="0"/>
              <a:t>数据集（200 类、10 万张图像），完整覆盖数据准备、模型构建、训练优化与评估推理的流程。</a:t>
            </a:r>
            <a:endParaRPr lang="zh-CN" alt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588" y="0"/>
            <a:ext cx="12188952" cy="73152"/>
          </a:xfrm>
          <a:prstGeom prst="rect">
            <a:avLst/>
          </a:prstGeom>
          <a:solidFill>
            <a:srgbClr val="C7000B"/>
          </a:solidFill>
        </p:spPr>
      </p:sp>
      <p:sp>
        <p:nvSpPr>
          <p:cNvPr id="3" name="Text 1"/>
          <p:cNvSpPr/>
          <p:nvPr/>
        </p:nvSpPr>
        <p:spPr>
          <a:xfrm>
            <a:off x="733108" y="274320"/>
            <a:ext cx="10058400" cy="640080"/>
          </a:xfrm>
          <a:prstGeom prst="rect">
            <a:avLst/>
          </a:prstGeom>
          <a:noFill/>
        </p:spPr>
        <p:txBody>
          <a:bodyPr wrap="square" rtlCol="0" anchor="ctr"/>
          <a:lstStyle/>
          <a:p>
            <a:pPr marL="0" indent="0">
              <a:buNone/>
            </a:pPr>
            <a:r>
              <a:rPr lang="en-US" sz="3200" b="1"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rPr>
              <a:t>学习目标</a:t>
            </a:r>
            <a:endParaRPr lang="en-US" sz="3200" dirty="0"/>
          </a:p>
        </p:txBody>
      </p:sp>
      <p:sp>
        <p:nvSpPr>
          <p:cNvPr id="4" name="Shape 2"/>
          <p:cNvSpPr/>
          <p:nvPr/>
        </p:nvSpPr>
        <p:spPr>
          <a:xfrm>
            <a:off x="733108" y="1234440"/>
            <a:ext cx="10515600" cy="27432"/>
          </a:xfrm>
          <a:prstGeom prst="rect">
            <a:avLst/>
          </a:prstGeom>
          <a:solidFill>
            <a:srgbClr val="0072C6"/>
          </a:solidFill>
        </p:spPr>
      </p:sp>
      <p:sp>
        <p:nvSpPr>
          <p:cNvPr id="5" name="Text 3"/>
          <p:cNvSpPr/>
          <p:nvPr/>
        </p:nvSpPr>
        <p:spPr>
          <a:xfrm>
            <a:off x="733108" y="1463040"/>
            <a:ext cx="10515600" cy="4754880"/>
          </a:xfrm>
          <a:prstGeom prst="rect">
            <a:avLst/>
          </a:prstGeom>
          <a:noFill/>
        </p:spPr>
        <p:txBody>
          <a:bodyPr wrap="square" rtlCol="0" anchor="t"/>
          <a:lstStyle/>
          <a:p>
            <a:pPr marL="0" indent="0">
              <a:lnSpc>
                <a:spcPct val="150000"/>
              </a:lnSpc>
              <a:buNone/>
            </a:pPr>
            <a:r>
              <a:rPr lang="en-US" sz="1600"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rPr>
              <a:t>完成本实验后,你应该能够:</a:t>
            </a:r>
            <a:endParaRPr lang="en-US" sz="1600" dirty="0"/>
          </a:p>
          <a:p>
            <a:pPr marL="0" indent="0">
              <a:lnSpc>
                <a:spcPct val="150000"/>
              </a:lnSpc>
              <a:buNone/>
            </a:pPr>
            <a:r>
              <a:rPr lang="en-US" sz="1600"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rPr>
              <a:t>1) 理解MobileNetV3核心设计:深度可分离卷积、SE、h-swish</a:t>
            </a:r>
            <a:endParaRPr lang="en-US" sz="1600" dirty="0"/>
          </a:p>
          <a:p>
            <a:pPr marL="0" indent="0">
              <a:lnSpc>
                <a:spcPct val="150000"/>
              </a:lnSpc>
              <a:buNone/>
            </a:pPr>
            <a:r>
              <a:rPr lang="en-US" sz="1600"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rPr>
              <a:t>2) 使用PyTorch从零搭建MobileNetV3,理解每层代码含义</a:t>
            </a:r>
            <a:endParaRPr lang="en-US" sz="1600" dirty="0"/>
          </a:p>
          <a:p>
            <a:pPr marL="0" indent="0">
              <a:lnSpc>
                <a:spcPct val="150000"/>
              </a:lnSpc>
              <a:buNone/>
            </a:pPr>
            <a:r>
              <a:rPr lang="en-US" sz="1600"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rPr>
              <a:t>3) 掌握Tiny ImageNet数据集的下载与预处理</a:t>
            </a:r>
            <a:endParaRPr lang="en-US" sz="1600" dirty="0"/>
          </a:p>
          <a:p>
            <a:pPr marL="0" indent="0">
              <a:lnSpc>
                <a:spcPct val="150000"/>
              </a:lnSpc>
              <a:buNone/>
            </a:pPr>
            <a:r>
              <a:rPr lang="en-US" sz="1600"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rPr>
              <a:t>4) 理解数据增强策略:RandomResizedCrop、RandAugment</a:t>
            </a:r>
            <a:endParaRPr lang="en-US" sz="1600" dirty="0"/>
          </a:p>
          <a:p>
            <a:pPr marL="0" indent="0">
              <a:lnSpc>
                <a:spcPct val="150000"/>
              </a:lnSpc>
              <a:buNone/>
            </a:pPr>
            <a:r>
              <a:rPr lang="en-US" sz="1600"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rPr>
              <a:t>5) 掌握Top-1/Top-5评估方法</a:t>
            </a:r>
            <a:endParaRPr lang="en-US" sz="1600" dirty="0"/>
          </a:p>
          <a:p>
            <a:pPr marL="0" indent="0">
              <a:lnSpc>
                <a:spcPct val="150000"/>
              </a:lnSpc>
              <a:buNone/>
            </a:pPr>
            <a:r>
              <a:rPr lang="en-US" sz="1600"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rPr>
              <a:t>6) 掌握从GPU到NPU的迁移要点</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588" y="0"/>
            <a:ext cx="12188952" cy="73152"/>
          </a:xfrm>
          <a:prstGeom prst="rect">
            <a:avLst/>
          </a:prstGeom>
          <a:solidFill>
            <a:srgbClr val="C7000B"/>
          </a:solidFill>
        </p:spPr>
      </p:sp>
      <p:sp>
        <p:nvSpPr>
          <p:cNvPr id="3" name="Text 1"/>
          <p:cNvSpPr/>
          <p:nvPr/>
        </p:nvSpPr>
        <p:spPr>
          <a:xfrm>
            <a:off x="733108" y="274320"/>
            <a:ext cx="10058400" cy="640080"/>
          </a:xfrm>
          <a:prstGeom prst="rect">
            <a:avLst/>
          </a:prstGeom>
          <a:noFill/>
        </p:spPr>
        <p:txBody>
          <a:bodyPr wrap="square" rtlCol="0" anchor="ctr"/>
          <a:lstStyle/>
          <a:p>
            <a:pPr marL="0" indent="0">
              <a:buNone/>
            </a:pPr>
            <a:r>
              <a:rPr lang="en-US" sz="3200" b="1"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rPr>
              <a:t>前置知识</a:t>
            </a:r>
            <a:endParaRPr lang="en-US" sz="3200" dirty="0"/>
          </a:p>
        </p:txBody>
      </p:sp>
      <p:sp>
        <p:nvSpPr>
          <p:cNvPr id="4" name="Shape 2"/>
          <p:cNvSpPr/>
          <p:nvPr/>
        </p:nvSpPr>
        <p:spPr>
          <a:xfrm>
            <a:off x="733108" y="1234440"/>
            <a:ext cx="10515600" cy="27432"/>
          </a:xfrm>
          <a:prstGeom prst="rect">
            <a:avLst/>
          </a:prstGeom>
          <a:solidFill>
            <a:srgbClr val="0072C6"/>
          </a:solidFill>
        </p:spPr>
      </p:sp>
      <p:sp>
        <p:nvSpPr>
          <p:cNvPr id="5" name="Text 3"/>
          <p:cNvSpPr/>
          <p:nvPr/>
        </p:nvSpPr>
        <p:spPr>
          <a:xfrm>
            <a:off x="733108" y="1463040"/>
            <a:ext cx="10515600" cy="411480"/>
          </a:xfrm>
          <a:prstGeom prst="rect">
            <a:avLst/>
          </a:prstGeom>
          <a:noFill/>
        </p:spPr>
        <p:txBody>
          <a:bodyPr wrap="square" rtlCol="0" anchor="ctr"/>
          <a:lstStyle/>
          <a:p>
            <a:pPr marL="342900" indent="-342900">
              <a:buSzPct val="100000"/>
              <a:buChar char="■"/>
            </a:pPr>
            <a:r>
              <a:rPr lang="en-US" sz="1400"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rPr>
              <a:t>Python基础:</a:t>
            </a:r>
            <a:r>
              <a:rPr lang="zh-CN" altLang="en-US" sz="1400"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rPr>
              <a:t>掌握变量、函数、类、模块导入、列表推导式等基础语法。本实验的模型代码全部使用 </a:t>
            </a:r>
            <a:r>
              <a:rPr lang="en-US" altLang="zh-CN" sz="1400"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rPr>
              <a:t>Python </a:t>
            </a:r>
            <a:r>
              <a:rPr lang="zh-CN" altLang="en-US" sz="1400"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rPr>
              <a:t>编写。</a:t>
            </a:r>
            <a:endParaRPr lang="zh-CN" altLang="en-US" sz="1400"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endParaRPr>
          </a:p>
          <a:p>
            <a:pPr marL="342900" indent="-342900">
              <a:buSzPct val="100000"/>
              <a:buChar char="■"/>
            </a:pPr>
            <a:endParaRPr lang="en-US" sz="1400" dirty="0"/>
          </a:p>
        </p:txBody>
      </p:sp>
      <p:sp>
        <p:nvSpPr>
          <p:cNvPr id="6" name="Text 4"/>
          <p:cNvSpPr/>
          <p:nvPr/>
        </p:nvSpPr>
        <p:spPr>
          <a:xfrm>
            <a:off x="733108" y="2281555"/>
            <a:ext cx="10515600" cy="411480"/>
          </a:xfrm>
          <a:prstGeom prst="rect">
            <a:avLst/>
          </a:prstGeom>
          <a:noFill/>
        </p:spPr>
        <p:txBody>
          <a:bodyPr wrap="square" rtlCol="0" anchor="ctr"/>
          <a:lstStyle/>
          <a:p>
            <a:pPr marL="342900" indent="-342900">
              <a:buSzPct val="100000"/>
              <a:buChar char="■"/>
            </a:pPr>
            <a:r>
              <a:rPr lang="en-US" sz="1400"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rPr>
              <a:t>深度学习基础:</a:t>
            </a:r>
            <a:r>
              <a:rPr lang="zh-CN" altLang="en-US" sz="1400"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rPr>
              <a:t>需要了解 </a:t>
            </a:r>
            <a:r>
              <a:rPr lang="en-US" altLang="zh-CN" sz="1400"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rPr>
              <a:t>CNN </a:t>
            </a:r>
            <a:r>
              <a:rPr lang="zh-CN" altLang="en-US" sz="1400"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rPr>
              <a:t>的基本组成：卷积、池化、激活函数、全连接层和反向传播。理解卷积核、特征图、通道数和步长的概念。</a:t>
            </a:r>
            <a:endParaRPr lang="zh-CN" altLang="en-US" sz="1400"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7" name="Text 5"/>
          <p:cNvSpPr/>
          <p:nvPr/>
        </p:nvSpPr>
        <p:spPr>
          <a:xfrm>
            <a:off x="733108" y="2915920"/>
            <a:ext cx="10515600" cy="411480"/>
          </a:xfrm>
          <a:prstGeom prst="rect">
            <a:avLst/>
          </a:prstGeom>
          <a:noFill/>
        </p:spPr>
        <p:txBody>
          <a:bodyPr wrap="square" rtlCol="0" anchor="ctr"/>
          <a:lstStyle/>
          <a:p>
            <a:pPr marL="342900" indent="-342900">
              <a:buSzPct val="100000"/>
              <a:buChar char="■"/>
            </a:pPr>
            <a:r>
              <a:rPr lang="en-US" sz="1400"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rPr>
              <a:t>Jupyter Notebook:</a:t>
            </a:r>
            <a:r>
              <a:rPr lang="zh-CN" altLang="en-US" sz="1400"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rPr>
              <a:t>能够运行单元格、编辑代码、查看输出并保存执行结果。实验中的每一部分都对应一个 </a:t>
            </a:r>
            <a:r>
              <a:rPr lang="en-US" altLang="zh-CN" sz="1400"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rPr>
              <a:t>Notebook。</a:t>
            </a:r>
            <a:endParaRPr lang="en-US" altLang="zh-CN" sz="1400"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8" name="Text 6"/>
          <p:cNvSpPr/>
          <p:nvPr/>
        </p:nvSpPr>
        <p:spPr>
          <a:xfrm>
            <a:off x="733108" y="3578860"/>
            <a:ext cx="10515600" cy="411480"/>
          </a:xfrm>
          <a:prstGeom prst="rect">
            <a:avLst/>
          </a:prstGeom>
          <a:noFill/>
        </p:spPr>
        <p:txBody>
          <a:bodyPr wrap="square" rtlCol="0" anchor="ctr"/>
          <a:lstStyle/>
          <a:p>
            <a:pPr marL="342900" indent="-342900">
              <a:buSzPct val="100000"/>
              <a:buChar char="■"/>
            </a:pPr>
            <a:r>
              <a:rPr lang="en-US" sz="1400"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rPr>
              <a:t>PyTorch基础:</a:t>
            </a:r>
            <a:r>
              <a:rPr lang="zh-CN" altLang="en-US" sz="1400"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rPr>
              <a:t>掌握张量操作、</a:t>
            </a:r>
            <a:r>
              <a:rPr lang="en-US" altLang="zh-CN" sz="1400"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rPr>
              <a:t>nn.Module </a:t>
            </a:r>
            <a:r>
              <a:rPr lang="zh-CN" altLang="en-US" sz="1400"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rPr>
              <a:t>模型定义、自动求导、</a:t>
            </a:r>
            <a:r>
              <a:rPr lang="en-US" altLang="zh-CN" sz="1400"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rPr>
              <a:t>DataLoader </a:t>
            </a:r>
            <a:r>
              <a:rPr lang="zh-CN" altLang="en-US" sz="1400"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rPr>
              <a:t>数据加载和优化器使用。</a:t>
            </a:r>
            <a:endParaRPr lang="zh-CN" altLang="en-US" sz="1400"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9" name="Text 7"/>
          <p:cNvSpPr/>
          <p:nvPr/>
        </p:nvSpPr>
        <p:spPr>
          <a:xfrm>
            <a:off x="733425" y="4241800"/>
            <a:ext cx="10515600" cy="503555"/>
          </a:xfrm>
          <a:prstGeom prst="rect">
            <a:avLst/>
          </a:prstGeom>
          <a:noFill/>
        </p:spPr>
        <p:txBody>
          <a:bodyPr wrap="square" rtlCol="0" anchor="ctr"/>
          <a:lstStyle/>
          <a:p>
            <a:pPr marL="342900" indent="-342900">
              <a:buSzPct val="100000"/>
              <a:buChar char="■"/>
            </a:pPr>
            <a:r>
              <a:rPr lang="en-US" sz="1400"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rPr>
              <a:t>Ascend NPU基础:</a:t>
            </a:r>
            <a:r>
              <a:rPr lang="zh-CN" altLang="en-US" sz="1400"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rPr>
              <a:t>了解 </a:t>
            </a:r>
            <a:r>
              <a:rPr lang="en-US" altLang="zh-CN" sz="1400"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rPr>
              <a:t>AI </a:t>
            </a:r>
            <a:r>
              <a:rPr lang="zh-CN" altLang="en-US" sz="1400"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rPr>
              <a:t>加速器的基本概念即可，包括 </a:t>
            </a:r>
            <a:r>
              <a:rPr lang="en-US" altLang="zh-CN" sz="1400"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rPr>
              <a:t>NPU </a:t>
            </a:r>
            <a:r>
              <a:rPr lang="zh-CN" altLang="en-US" sz="1400"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rPr>
              <a:t>与 </a:t>
            </a:r>
            <a:r>
              <a:rPr lang="en-US" altLang="zh-CN" sz="1400"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rPr>
              <a:t>CPU/GPU </a:t>
            </a:r>
            <a:r>
              <a:rPr lang="zh-CN" altLang="en-US" sz="1400"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rPr>
              <a:t>的差异、</a:t>
            </a:r>
            <a:r>
              <a:rPr lang="en-US" altLang="zh-CN" sz="1400"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rPr>
              <a:t>torch_npu </a:t>
            </a:r>
            <a:r>
              <a:rPr lang="zh-CN" altLang="en-US" sz="1400"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rPr>
              <a:t>的作用。</a:t>
            </a:r>
            <a:endParaRPr lang="en-US" altLang="zh-CN" sz="1400"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en-US" dirty="0">
                <a:solidFill>
                  <a:schemeClr val="bg1">
                    <a:lumMod val="75000"/>
                  </a:schemeClr>
                </a:solidFill>
                <a:latin typeface="微软雅黑" panose="020B0503020204020204" pitchFamily="34" charset="-122"/>
                <a:ea typeface="微软雅黑" panose="020B0503020204020204" pitchFamily="34" charset="-122"/>
                <a:cs typeface="微软雅黑" panose="020B0503020204020204" pitchFamily="34" charset="-120"/>
                <a:sym typeface="+mn-ea"/>
              </a:rPr>
              <a:t>实验概述与学习目标</a:t>
            </a:r>
            <a:endParaRPr lang="en-US" dirty="0">
              <a:solidFill>
                <a:schemeClr val="bg1">
                  <a:lumMod val="75000"/>
                </a:schemeClr>
              </a:solidFill>
            </a:endParaRPr>
          </a:p>
          <a:p>
            <a:r>
              <a:rPr lang="zh-CN" altLang="en-US" b="1" dirty="0">
                <a:solidFill>
                  <a:schemeClr val="tx1"/>
                </a:solidFill>
                <a:sym typeface="+mn-ea"/>
              </a:rPr>
              <a:t>实验环境配置</a:t>
            </a:r>
            <a:endParaRPr lang="zh-CN" altLang="en-US" b="1" dirty="0">
              <a:solidFill>
                <a:schemeClr val="tx1"/>
              </a:solidFill>
            </a:endParaRPr>
          </a:p>
          <a:p>
            <a:r>
              <a:rPr lang="zh-CN" altLang="en-US" dirty="0">
                <a:solidFill>
                  <a:schemeClr val="bg1">
                    <a:lumMod val="75000"/>
                  </a:schemeClr>
                </a:solidFill>
              </a:rPr>
              <a:t>数据集介绍以及数据处理</a:t>
            </a:r>
            <a:endParaRPr lang="zh-CN" altLang="en-US" dirty="0">
              <a:solidFill>
                <a:schemeClr val="bg1">
                  <a:lumMod val="75000"/>
                </a:schemeClr>
              </a:solidFill>
            </a:endParaRPr>
          </a:p>
          <a:p>
            <a:r>
              <a:rPr lang="en-US" altLang="zh-CN" dirty="0">
                <a:solidFill>
                  <a:schemeClr val="bg1">
                    <a:lumMod val="75000"/>
                  </a:schemeClr>
                </a:solidFill>
              </a:rPr>
              <a:t>MobileNetV3</a:t>
            </a:r>
            <a:r>
              <a:rPr lang="zh-CN" altLang="en-US" dirty="0">
                <a:solidFill>
                  <a:schemeClr val="bg1">
                    <a:lumMod val="75000"/>
                  </a:schemeClr>
                </a:solidFill>
              </a:rPr>
              <a:t>网络介绍</a:t>
            </a:r>
            <a:endParaRPr lang="zh-CN" altLang="en-US" dirty="0">
              <a:solidFill>
                <a:schemeClr val="bg1">
                  <a:lumMod val="75000"/>
                </a:schemeClr>
              </a:solidFill>
            </a:endParaRPr>
          </a:p>
          <a:p>
            <a:r>
              <a:rPr lang="zh-CN" altLang="en-US" dirty="0">
                <a:solidFill>
                  <a:schemeClr val="bg1">
                    <a:lumMod val="75000"/>
                  </a:schemeClr>
                </a:solidFill>
              </a:rPr>
              <a:t>实验总结</a:t>
            </a:r>
            <a:endParaRPr lang="zh-CN" altLang="en-US" dirty="0">
              <a:solidFill>
                <a:schemeClr val="bg1">
                  <a:lumMod val="75000"/>
                </a:schemeClr>
              </a:solidFill>
            </a:endParaRPr>
          </a:p>
          <a:p>
            <a:r>
              <a:rPr lang="zh-CN" altLang="en-US" dirty="0">
                <a:solidFill>
                  <a:schemeClr val="bg1">
                    <a:lumMod val="75000"/>
                  </a:schemeClr>
                </a:solidFill>
              </a:rPr>
              <a:t>课后习题</a:t>
            </a:r>
            <a:endParaRPr lang="zh-CN" altLang="en-US" dirty="0">
              <a:solidFill>
                <a:schemeClr val="bg1">
                  <a:lumMod val="75000"/>
                </a:schemeClr>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588" y="0"/>
            <a:ext cx="12188952" cy="73152"/>
          </a:xfrm>
          <a:prstGeom prst="rect">
            <a:avLst/>
          </a:prstGeom>
          <a:solidFill>
            <a:srgbClr val="C7000B"/>
          </a:solidFill>
        </p:spPr>
      </p:sp>
      <p:sp>
        <p:nvSpPr>
          <p:cNvPr id="3" name="Text 1"/>
          <p:cNvSpPr/>
          <p:nvPr/>
        </p:nvSpPr>
        <p:spPr>
          <a:xfrm>
            <a:off x="733108" y="274320"/>
            <a:ext cx="10058400" cy="640080"/>
          </a:xfrm>
          <a:prstGeom prst="rect">
            <a:avLst/>
          </a:prstGeom>
          <a:noFill/>
        </p:spPr>
        <p:txBody>
          <a:bodyPr wrap="square" rtlCol="0" anchor="ctr"/>
          <a:lstStyle/>
          <a:p>
            <a:pPr marL="0" indent="0">
              <a:buNone/>
            </a:pPr>
            <a:r>
              <a:rPr lang="en-US" sz="3200" b="1"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rPr>
              <a:t>实验环境-硬件要求</a:t>
            </a:r>
            <a:endParaRPr lang="en-US" sz="3200" dirty="0"/>
          </a:p>
        </p:txBody>
      </p:sp>
      <p:sp>
        <p:nvSpPr>
          <p:cNvPr id="4" name="Shape 2"/>
          <p:cNvSpPr/>
          <p:nvPr/>
        </p:nvSpPr>
        <p:spPr>
          <a:xfrm>
            <a:off x="733108" y="1234440"/>
            <a:ext cx="10515600" cy="27432"/>
          </a:xfrm>
          <a:prstGeom prst="rect">
            <a:avLst/>
          </a:prstGeom>
          <a:solidFill>
            <a:srgbClr val="0072C6"/>
          </a:solidFill>
        </p:spPr>
      </p:sp>
      <p:graphicFrame>
        <p:nvGraphicFramePr>
          <p:cNvPr id="12" name="Table 0"/>
          <p:cNvGraphicFramePr>
            <a:graphicFrameLocks noGrp="1"/>
          </p:cNvGraphicFramePr>
          <p:nvPr/>
        </p:nvGraphicFramePr>
        <p:xfrm>
          <a:off x="733108" y="1371600"/>
          <a:ext cx="10515600" cy="3657600"/>
        </p:xfrm>
        <a:graphic>
          <a:graphicData uri="http://schemas.openxmlformats.org/drawingml/2006/table">
            <a:tbl>
              <a:tblPr/>
              <a:tblGrid>
                <a:gridCol w="2628900"/>
                <a:gridCol w="2628900"/>
                <a:gridCol w="2628900"/>
                <a:gridCol w="2628900"/>
              </a:tblGrid>
              <a:tr h="609600">
                <a:tc>
                  <a:txBody>
                    <a:bodyPr/>
                    <a:lstStyle/>
                    <a:p>
                      <a:pPr marL="0" indent="0" algn="ctr">
                        <a:buNone/>
                      </a:pPr>
                      <a:r>
                        <a:rPr lang="en-US" sz="14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硬件</a:t>
                      </a:r>
                      <a:endParaRPr lang="en-US" sz="1400" dirty="0">
                        <a:latin typeface="微软雅黑" panose="020B0503020204020204" pitchFamily="34" charset="-122"/>
                        <a:ea typeface="微软雅黑" panose="020B0503020204020204" pitchFamily="34" charset="-122"/>
                        <a:cs typeface="微软雅黑" panose="020B0503020204020204" pitchFamily="34" charset="-122"/>
                      </a:endParaRPr>
                    </a:p>
                  </a:txBody>
                  <a:tcPr marL="76200" marR="76200" marT="50800" marB="50800">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0072C6"/>
                    </a:solidFill>
                  </a:tcPr>
                </a:tc>
                <a:tc>
                  <a:txBody>
                    <a:bodyPr/>
                    <a:lstStyle/>
                    <a:p>
                      <a:pPr marL="0" indent="0" algn="ctr">
                        <a:buNone/>
                      </a:pPr>
                      <a:r>
                        <a:rPr lang="en-US" sz="14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推荐配置</a:t>
                      </a:r>
                      <a:endParaRPr lang="en-US" sz="1400" dirty="0">
                        <a:latin typeface="微软雅黑" panose="020B0503020204020204" pitchFamily="34" charset="-122"/>
                        <a:ea typeface="微软雅黑" panose="020B0503020204020204" pitchFamily="34" charset="-122"/>
                        <a:cs typeface="微软雅黑" panose="020B0503020204020204" pitchFamily="34" charset="-122"/>
                      </a:endParaRPr>
                    </a:p>
                  </a:txBody>
                  <a:tcPr marL="76200" marR="76200" marT="50800" marB="50800">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0072C6"/>
                    </a:solidFill>
                  </a:tcPr>
                </a:tc>
                <a:tc>
                  <a:txBody>
                    <a:bodyPr/>
                    <a:lstStyle/>
                    <a:p>
                      <a:pPr marL="0" indent="0" algn="ctr">
                        <a:buNone/>
                      </a:pPr>
                      <a:r>
                        <a:rPr lang="en-US" sz="14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最低配置</a:t>
                      </a:r>
                      <a:endParaRPr lang="en-US" sz="1400" dirty="0">
                        <a:latin typeface="微软雅黑" panose="020B0503020204020204" pitchFamily="34" charset="-122"/>
                        <a:ea typeface="微软雅黑" panose="020B0503020204020204" pitchFamily="34" charset="-122"/>
                        <a:cs typeface="微软雅黑" panose="020B0503020204020204" pitchFamily="34" charset="-122"/>
                      </a:endParaRPr>
                    </a:p>
                  </a:txBody>
                  <a:tcPr marL="76200" marR="76200" marT="50800" marB="50800">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0072C6"/>
                    </a:solidFill>
                  </a:tcPr>
                </a:tc>
                <a:tc>
                  <a:txBody>
                    <a:bodyPr/>
                    <a:lstStyle/>
                    <a:p>
                      <a:pPr marL="0" indent="0" algn="ctr">
                        <a:buNone/>
                      </a:pPr>
                      <a:r>
                        <a:rPr lang="en-US" sz="14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说明</a:t>
                      </a:r>
                      <a:endParaRPr lang="en-US" sz="1400" dirty="0">
                        <a:latin typeface="微软雅黑" panose="020B0503020204020204" pitchFamily="34" charset="-122"/>
                        <a:ea typeface="微软雅黑" panose="020B0503020204020204" pitchFamily="34" charset="-122"/>
                        <a:cs typeface="微软雅黑" panose="020B0503020204020204" pitchFamily="34" charset="-122"/>
                      </a:endParaRPr>
                    </a:p>
                  </a:txBody>
                  <a:tcPr marL="76200" marR="76200" marT="50800" marB="50800">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0072C6"/>
                    </a:solidFill>
                  </a:tcPr>
                </a:tc>
              </a:tr>
              <a:tr h="609600">
                <a:tc>
                  <a:txBody>
                    <a:bodyPr/>
                    <a:lstStyle/>
                    <a:p>
                      <a:pPr marL="0" indent="0">
                        <a:buNone/>
                      </a:pPr>
                      <a:r>
                        <a:rPr lang="en-US" sz="14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Ascend NPU</a:t>
                      </a:r>
                      <a:endParaRPr lang="en-US" sz="1400" dirty="0">
                        <a:latin typeface="微软雅黑" panose="020B0503020204020204" pitchFamily="34" charset="-122"/>
                        <a:ea typeface="微软雅黑" panose="020B0503020204020204" pitchFamily="34" charset="-122"/>
                        <a:cs typeface="微软雅黑" panose="020B0503020204020204" pitchFamily="34" charset="-122"/>
                      </a:endParaRPr>
                    </a:p>
                  </a:txBody>
                  <a:tcPr marL="76200" marR="76200" marT="50800" marB="50800">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buNone/>
                      </a:pPr>
                      <a:r>
                        <a:rPr lang="en-US" sz="14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910B/910B3</a:t>
                      </a:r>
                      <a:endParaRPr lang="en-US" sz="1400" dirty="0">
                        <a:latin typeface="微软雅黑" panose="020B0503020204020204" pitchFamily="34" charset="-122"/>
                        <a:ea typeface="微软雅黑" panose="020B0503020204020204" pitchFamily="34" charset="-122"/>
                        <a:cs typeface="微软雅黑" panose="020B0503020204020204" pitchFamily="34" charset="-122"/>
                      </a:endParaRPr>
                    </a:p>
                  </a:txBody>
                  <a:tcPr marL="76200" marR="76200" marT="50800" marB="50800">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buNone/>
                      </a:pPr>
                      <a:r>
                        <a:rPr lang="en-US" sz="14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不需要</a:t>
                      </a:r>
                      <a:endParaRPr lang="en-US" sz="1400" dirty="0">
                        <a:latin typeface="微软雅黑" panose="020B0503020204020204" pitchFamily="34" charset="-122"/>
                        <a:ea typeface="微软雅黑" panose="020B0503020204020204" pitchFamily="34" charset="-122"/>
                        <a:cs typeface="微软雅黑" panose="020B0503020204020204" pitchFamily="34" charset="-122"/>
                      </a:endParaRPr>
                    </a:p>
                  </a:txBody>
                  <a:tcPr marL="76200" marR="76200" marT="50800" marB="50800">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buNone/>
                      </a:pPr>
                      <a:r>
                        <a:rPr lang="en-US" sz="14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用于加速训练</a:t>
                      </a:r>
                      <a:endParaRPr lang="en-US" sz="1400" dirty="0">
                        <a:latin typeface="微软雅黑" panose="020B0503020204020204" pitchFamily="34" charset="-122"/>
                        <a:ea typeface="微软雅黑" panose="020B0503020204020204" pitchFamily="34" charset="-122"/>
                        <a:cs typeface="微软雅黑" panose="020B0503020204020204" pitchFamily="34" charset="-122"/>
                      </a:endParaRPr>
                    </a:p>
                  </a:txBody>
                  <a:tcPr marL="76200" marR="76200" marT="50800" marB="50800">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r>
              <a:tr h="609600">
                <a:tc>
                  <a:txBody>
                    <a:bodyPr/>
                    <a:lstStyle/>
                    <a:p>
                      <a:pPr marL="0" indent="0">
                        <a:buNone/>
                      </a:pPr>
                      <a:r>
                        <a:rPr lang="en-US" sz="14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CPU</a:t>
                      </a:r>
                      <a:endParaRPr lang="en-US" sz="1400" dirty="0">
                        <a:latin typeface="微软雅黑" panose="020B0503020204020204" pitchFamily="34" charset="-122"/>
                        <a:ea typeface="微软雅黑" panose="020B0503020204020204" pitchFamily="34" charset="-122"/>
                        <a:cs typeface="微软雅黑" panose="020B0503020204020204" pitchFamily="34" charset="-122"/>
                      </a:endParaRPr>
                    </a:p>
                  </a:txBody>
                  <a:tcPr marL="76200" marR="76200" marT="50800" marB="50800">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buNone/>
                      </a:pPr>
                      <a:r>
                        <a:rPr lang="en-US" sz="14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32核</a:t>
                      </a:r>
                      <a:endParaRPr lang="en-US" sz="1400" dirty="0">
                        <a:latin typeface="微软雅黑" panose="020B0503020204020204" pitchFamily="34" charset="-122"/>
                        <a:ea typeface="微软雅黑" panose="020B0503020204020204" pitchFamily="34" charset="-122"/>
                        <a:cs typeface="微软雅黑" panose="020B0503020204020204" pitchFamily="34" charset="-122"/>
                      </a:endParaRPr>
                    </a:p>
                  </a:txBody>
                  <a:tcPr marL="76200" marR="76200" marT="50800" marB="50800">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buNone/>
                      </a:pPr>
                      <a:r>
                        <a:rPr lang="en-US" sz="14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8核</a:t>
                      </a:r>
                      <a:endParaRPr lang="en-US" sz="1400" dirty="0">
                        <a:latin typeface="微软雅黑" panose="020B0503020204020204" pitchFamily="34" charset="-122"/>
                        <a:ea typeface="微软雅黑" panose="020B0503020204020204" pitchFamily="34" charset="-122"/>
                        <a:cs typeface="微软雅黑" panose="020B0503020204020204" pitchFamily="34" charset="-122"/>
                      </a:endParaRPr>
                    </a:p>
                  </a:txBody>
                  <a:tcPr marL="76200" marR="76200" marT="50800" marB="50800">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buNone/>
                      </a:pPr>
                      <a:r>
                        <a:rPr lang="en-US" sz="14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数据加载速度</a:t>
                      </a:r>
                      <a:endParaRPr lang="en-US" sz="1400" dirty="0">
                        <a:latin typeface="微软雅黑" panose="020B0503020204020204" pitchFamily="34" charset="-122"/>
                        <a:ea typeface="微软雅黑" panose="020B0503020204020204" pitchFamily="34" charset="-122"/>
                        <a:cs typeface="微软雅黑" panose="020B0503020204020204" pitchFamily="34" charset="-122"/>
                      </a:endParaRPr>
                    </a:p>
                  </a:txBody>
                  <a:tcPr marL="76200" marR="76200" marT="50800" marB="50800">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r>
              <a:tr h="609600">
                <a:tc>
                  <a:txBody>
                    <a:bodyPr/>
                    <a:lstStyle/>
                    <a:p>
                      <a:pPr marL="0" indent="0">
                        <a:buNone/>
                      </a:pPr>
                      <a:r>
                        <a:rPr lang="en-US" sz="14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内存</a:t>
                      </a:r>
                      <a:endParaRPr lang="en-US" sz="1400" dirty="0">
                        <a:latin typeface="微软雅黑" panose="020B0503020204020204" pitchFamily="34" charset="-122"/>
                        <a:ea typeface="微软雅黑" panose="020B0503020204020204" pitchFamily="34" charset="-122"/>
                        <a:cs typeface="微软雅黑" panose="020B0503020204020204" pitchFamily="34" charset="-122"/>
                      </a:endParaRPr>
                    </a:p>
                  </a:txBody>
                  <a:tcPr marL="76200" marR="76200" marT="50800" marB="50800">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buNone/>
                      </a:pPr>
                      <a:r>
                        <a:rPr lang="en-US" sz="14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32GB</a:t>
                      </a:r>
                      <a:endParaRPr lang="en-US" sz="1400" dirty="0">
                        <a:latin typeface="微软雅黑" panose="020B0503020204020204" pitchFamily="34" charset="-122"/>
                        <a:ea typeface="微软雅黑" panose="020B0503020204020204" pitchFamily="34" charset="-122"/>
                        <a:cs typeface="微软雅黑" panose="020B0503020204020204" pitchFamily="34" charset="-122"/>
                      </a:endParaRPr>
                    </a:p>
                  </a:txBody>
                  <a:tcPr marL="76200" marR="76200" marT="50800" marB="50800">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buNone/>
                      </a:pPr>
                      <a:r>
                        <a:rPr lang="en-US" sz="14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16GB</a:t>
                      </a:r>
                      <a:endParaRPr lang="en-US" sz="1400" dirty="0">
                        <a:latin typeface="微软雅黑" panose="020B0503020204020204" pitchFamily="34" charset="-122"/>
                        <a:ea typeface="微软雅黑" panose="020B0503020204020204" pitchFamily="34" charset="-122"/>
                        <a:cs typeface="微软雅黑" panose="020B0503020204020204" pitchFamily="34" charset="-122"/>
                      </a:endParaRPr>
                    </a:p>
                  </a:txBody>
                  <a:tcPr marL="76200" marR="76200" marT="50800" marB="50800">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buNone/>
                      </a:pPr>
                      <a:r>
                        <a:rPr lang="en-US" sz="14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数据加载需要</a:t>
                      </a:r>
                      <a:endParaRPr lang="en-US" sz="1400" dirty="0">
                        <a:latin typeface="微软雅黑" panose="020B0503020204020204" pitchFamily="34" charset="-122"/>
                        <a:ea typeface="微软雅黑" panose="020B0503020204020204" pitchFamily="34" charset="-122"/>
                        <a:cs typeface="微软雅黑" panose="020B0503020204020204" pitchFamily="34" charset="-122"/>
                      </a:endParaRPr>
                    </a:p>
                  </a:txBody>
                  <a:tcPr marL="76200" marR="76200" marT="50800" marB="50800">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r>
              <a:tr h="609600">
                <a:tc>
                  <a:txBody>
                    <a:bodyPr/>
                    <a:lstStyle/>
                    <a:p>
                      <a:pPr marL="0" indent="0">
                        <a:buNone/>
                      </a:pPr>
                      <a:r>
                        <a:rPr lang="en-US" sz="14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硬盘</a:t>
                      </a:r>
                      <a:endParaRPr lang="en-US" sz="1400" dirty="0">
                        <a:latin typeface="微软雅黑" panose="020B0503020204020204" pitchFamily="34" charset="-122"/>
                        <a:ea typeface="微软雅黑" panose="020B0503020204020204" pitchFamily="34" charset="-122"/>
                        <a:cs typeface="微软雅黑" panose="020B0503020204020204" pitchFamily="34" charset="-122"/>
                      </a:endParaRPr>
                    </a:p>
                  </a:txBody>
                  <a:tcPr marL="76200" marR="76200" marT="50800" marB="50800">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buNone/>
                      </a:pPr>
                      <a:r>
                        <a:rPr lang="en-US" sz="14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10GB</a:t>
                      </a:r>
                      <a:endParaRPr lang="en-US" sz="1400" dirty="0">
                        <a:latin typeface="微软雅黑" panose="020B0503020204020204" pitchFamily="34" charset="-122"/>
                        <a:ea typeface="微软雅黑" panose="020B0503020204020204" pitchFamily="34" charset="-122"/>
                        <a:cs typeface="微软雅黑" panose="020B0503020204020204" pitchFamily="34" charset="-122"/>
                      </a:endParaRPr>
                    </a:p>
                  </a:txBody>
                  <a:tcPr marL="76200" marR="76200" marT="50800" marB="50800">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buNone/>
                      </a:pPr>
                      <a:r>
                        <a:rPr lang="en-US" sz="14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5GB</a:t>
                      </a:r>
                      <a:endParaRPr lang="en-US" sz="1400" dirty="0">
                        <a:latin typeface="微软雅黑" panose="020B0503020204020204" pitchFamily="34" charset="-122"/>
                        <a:ea typeface="微软雅黑" panose="020B0503020204020204" pitchFamily="34" charset="-122"/>
                        <a:cs typeface="微软雅黑" panose="020B0503020204020204" pitchFamily="34" charset="-122"/>
                      </a:endParaRPr>
                    </a:p>
                  </a:txBody>
                  <a:tcPr marL="76200" marR="76200" marT="50800" marB="50800">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buNone/>
                      </a:pPr>
                      <a:r>
                        <a:rPr lang="en-US" sz="14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存放数据集+模型</a:t>
                      </a:r>
                      <a:endParaRPr lang="en-US" sz="1400" dirty="0">
                        <a:latin typeface="微软雅黑" panose="020B0503020204020204" pitchFamily="34" charset="-122"/>
                        <a:ea typeface="微软雅黑" panose="020B0503020204020204" pitchFamily="34" charset="-122"/>
                        <a:cs typeface="微软雅黑" panose="020B0503020204020204" pitchFamily="34" charset="-122"/>
                      </a:endParaRPr>
                    </a:p>
                  </a:txBody>
                  <a:tcPr marL="76200" marR="76200" marT="50800" marB="50800">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r>
              <a:tr h="609600">
                <a:tc>
                  <a:txBody>
                    <a:bodyPr/>
                    <a:lstStyle/>
                    <a:p>
                      <a:pPr marL="0" indent="0">
                        <a:buNone/>
                      </a:pPr>
                      <a:r>
                        <a:rPr lang="en-US" sz="14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共享内存</a:t>
                      </a:r>
                      <a:endParaRPr lang="en-US" sz="1400" dirty="0">
                        <a:latin typeface="微软雅黑" panose="020B0503020204020204" pitchFamily="34" charset="-122"/>
                        <a:ea typeface="微软雅黑" panose="020B0503020204020204" pitchFamily="34" charset="-122"/>
                        <a:cs typeface="微软雅黑" panose="020B0503020204020204" pitchFamily="34" charset="-122"/>
                      </a:endParaRPr>
                    </a:p>
                  </a:txBody>
                  <a:tcPr marL="76200" marR="76200" marT="50800" marB="50800">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buNone/>
                      </a:pPr>
                      <a:r>
                        <a:rPr lang="en-US" sz="14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&gt;=8GB</a:t>
                      </a:r>
                      <a:endParaRPr lang="en-US" sz="1400" dirty="0">
                        <a:latin typeface="微软雅黑" panose="020B0503020204020204" pitchFamily="34" charset="-122"/>
                        <a:ea typeface="微软雅黑" panose="020B0503020204020204" pitchFamily="34" charset="-122"/>
                        <a:cs typeface="微软雅黑" panose="020B0503020204020204" pitchFamily="34" charset="-122"/>
                      </a:endParaRPr>
                    </a:p>
                  </a:txBody>
                  <a:tcPr marL="76200" marR="76200" marT="50800" marB="50800">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buNone/>
                      </a:pPr>
                      <a:r>
                        <a:rPr lang="en-US" sz="14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&gt;=4GB</a:t>
                      </a:r>
                      <a:endParaRPr lang="en-US" sz="1400" dirty="0">
                        <a:latin typeface="微软雅黑" panose="020B0503020204020204" pitchFamily="34" charset="-122"/>
                        <a:ea typeface="微软雅黑" panose="020B0503020204020204" pitchFamily="34" charset="-122"/>
                        <a:cs typeface="微软雅黑" panose="020B0503020204020204" pitchFamily="34" charset="-122"/>
                      </a:endParaRPr>
                    </a:p>
                  </a:txBody>
                  <a:tcPr marL="76200" marR="76200" marT="50800" marB="50800">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c>
                  <a:txBody>
                    <a:bodyPr/>
                    <a:lstStyle/>
                    <a:p>
                      <a:pPr marL="0" indent="0">
                        <a:buNone/>
                      </a:pPr>
                      <a:r>
                        <a:rPr lang="en-US" sz="14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Docker注意事项</a:t>
                      </a:r>
                      <a:endParaRPr lang="en-US" sz="1400" dirty="0">
                        <a:latin typeface="微软雅黑" panose="020B0503020204020204" pitchFamily="34" charset="-122"/>
                        <a:ea typeface="微软雅黑" panose="020B0503020204020204" pitchFamily="34" charset="-122"/>
                        <a:cs typeface="微软雅黑" panose="020B0503020204020204" pitchFamily="34" charset="-122"/>
                      </a:endParaRPr>
                    </a:p>
                  </a:txBody>
                  <a:tcPr marL="76200" marR="76200" marT="50800" marB="50800">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588" y="0"/>
            <a:ext cx="12188952" cy="73152"/>
          </a:xfrm>
          <a:prstGeom prst="rect">
            <a:avLst/>
          </a:prstGeom>
          <a:solidFill>
            <a:srgbClr val="C7000B"/>
          </a:solidFill>
        </p:spPr>
      </p:sp>
      <p:sp>
        <p:nvSpPr>
          <p:cNvPr id="3" name="Text 1"/>
          <p:cNvSpPr/>
          <p:nvPr/>
        </p:nvSpPr>
        <p:spPr>
          <a:xfrm>
            <a:off x="733108" y="274320"/>
            <a:ext cx="10058400" cy="640080"/>
          </a:xfrm>
          <a:prstGeom prst="rect">
            <a:avLst/>
          </a:prstGeom>
          <a:noFill/>
        </p:spPr>
        <p:txBody>
          <a:bodyPr wrap="square" rtlCol="0" anchor="ctr"/>
          <a:lstStyle/>
          <a:p>
            <a:pPr marL="0" indent="0">
              <a:buNone/>
            </a:pPr>
            <a:r>
              <a:rPr lang="en-US" sz="3200" b="1" dirty="0">
                <a:solidFill>
                  <a:srgbClr val="333333"/>
                </a:solidFill>
                <a:latin typeface="微软雅黑" panose="020B0503020204020204" pitchFamily="34" charset="-122"/>
                <a:ea typeface="微软雅黑" panose="020B0503020204020204" pitchFamily="34" charset="-122"/>
                <a:cs typeface="微软雅黑" panose="020B0503020204020204" pitchFamily="34" charset="-120"/>
              </a:rPr>
              <a:t>实验环境</a:t>
            </a:r>
            <a:endParaRPr lang="en-US" sz="3200" dirty="0"/>
          </a:p>
        </p:txBody>
      </p:sp>
      <p:sp>
        <p:nvSpPr>
          <p:cNvPr id="4" name="Shape 2"/>
          <p:cNvSpPr/>
          <p:nvPr/>
        </p:nvSpPr>
        <p:spPr>
          <a:xfrm>
            <a:off x="733108" y="1234440"/>
            <a:ext cx="10515600" cy="27432"/>
          </a:xfrm>
          <a:prstGeom prst="rect">
            <a:avLst/>
          </a:prstGeom>
          <a:solidFill>
            <a:srgbClr val="0072C6"/>
          </a:solidFill>
        </p:spPr>
      </p:sp>
      <p:pic>
        <p:nvPicPr>
          <p:cNvPr id="6" name="图片 5"/>
          <p:cNvPicPr>
            <a:picLocks noChangeAspect="1"/>
          </p:cNvPicPr>
          <p:nvPr/>
        </p:nvPicPr>
        <p:blipFill>
          <a:blip r:embed="rId1"/>
          <a:srcRect l="1568"/>
          <a:stretch>
            <a:fillRect/>
          </a:stretch>
        </p:blipFill>
        <p:spPr>
          <a:xfrm>
            <a:off x="611505" y="1364615"/>
            <a:ext cx="10759440" cy="494411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en-US" dirty="0">
                <a:solidFill>
                  <a:schemeClr val="bg1">
                    <a:lumMod val="75000"/>
                  </a:schemeClr>
                </a:solidFill>
                <a:latin typeface="微软雅黑" panose="020B0503020204020204" pitchFamily="34" charset="-122"/>
                <a:ea typeface="微软雅黑" panose="020B0503020204020204" pitchFamily="34" charset="-122"/>
                <a:cs typeface="微软雅黑" panose="020B0503020204020204" pitchFamily="34" charset="-120"/>
                <a:sym typeface="+mn-ea"/>
              </a:rPr>
              <a:t>实验概述与学习目标</a:t>
            </a:r>
            <a:endParaRPr lang="en-US" dirty="0">
              <a:solidFill>
                <a:schemeClr val="bg1">
                  <a:lumMod val="75000"/>
                </a:schemeClr>
              </a:solidFill>
            </a:endParaRPr>
          </a:p>
          <a:p>
            <a:r>
              <a:rPr lang="zh-CN" altLang="en-US" b="1" dirty="0">
                <a:solidFill>
                  <a:schemeClr val="bg1">
                    <a:lumMod val="75000"/>
                  </a:schemeClr>
                </a:solidFill>
                <a:sym typeface="+mn-ea"/>
              </a:rPr>
              <a:t>实验环境配置</a:t>
            </a:r>
            <a:endParaRPr lang="zh-CN" altLang="en-US" b="1" dirty="0">
              <a:solidFill>
                <a:schemeClr val="bg1">
                  <a:lumMod val="75000"/>
                </a:schemeClr>
              </a:solidFill>
            </a:endParaRPr>
          </a:p>
          <a:p>
            <a:r>
              <a:rPr lang="zh-CN" altLang="en-US" b="1" dirty="0">
                <a:solidFill>
                  <a:schemeClr val="tx1"/>
                </a:solidFill>
              </a:rPr>
              <a:t>数据集介绍以及数据处理</a:t>
            </a:r>
            <a:endParaRPr lang="zh-CN" altLang="en-US" b="1" dirty="0">
              <a:solidFill>
                <a:schemeClr val="tx1"/>
              </a:solidFill>
            </a:endParaRPr>
          </a:p>
          <a:p>
            <a:r>
              <a:rPr lang="en-US" altLang="zh-CN" dirty="0">
                <a:solidFill>
                  <a:schemeClr val="bg1">
                    <a:lumMod val="75000"/>
                  </a:schemeClr>
                </a:solidFill>
              </a:rPr>
              <a:t>MobileNetV3</a:t>
            </a:r>
            <a:r>
              <a:rPr lang="zh-CN" altLang="en-US" dirty="0">
                <a:solidFill>
                  <a:schemeClr val="bg1">
                    <a:lumMod val="75000"/>
                  </a:schemeClr>
                </a:solidFill>
              </a:rPr>
              <a:t>网络介绍</a:t>
            </a:r>
            <a:endParaRPr lang="zh-CN" altLang="en-US" dirty="0">
              <a:solidFill>
                <a:schemeClr val="bg1">
                  <a:lumMod val="75000"/>
                </a:schemeClr>
              </a:solidFill>
            </a:endParaRPr>
          </a:p>
          <a:p>
            <a:r>
              <a:rPr lang="zh-CN" altLang="en-US" dirty="0">
                <a:solidFill>
                  <a:schemeClr val="bg1">
                    <a:lumMod val="75000"/>
                  </a:schemeClr>
                </a:solidFill>
              </a:rPr>
              <a:t>实验总结</a:t>
            </a:r>
            <a:endParaRPr lang="zh-CN" altLang="en-US" dirty="0">
              <a:solidFill>
                <a:schemeClr val="bg1">
                  <a:lumMod val="75000"/>
                </a:schemeClr>
              </a:solidFill>
            </a:endParaRPr>
          </a:p>
          <a:p>
            <a:r>
              <a:rPr lang="zh-CN" altLang="en-US" dirty="0">
                <a:solidFill>
                  <a:schemeClr val="bg1">
                    <a:lumMod val="75000"/>
                  </a:schemeClr>
                </a:solidFill>
              </a:rPr>
              <a:t>课后习题</a:t>
            </a:r>
            <a:endParaRPr lang="zh-CN" altLang="en-US" dirty="0">
              <a:solidFill>
                <a:schemeClr val="bg1">
                  <a:lumMod val="75000"/>
                </a:schemeClr>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146304"/>
          </a:xfrm>
          <a:prstGeom prst="rect">
            <a:avLst/>
          </a:prstGeom>
          <a:solidFill>
            <a:srgbClr val="1F4E79"/>
          </a:solidFill>
        </p:spPr>
      </p:sp>
      <p:sp>
        <p:nvSpPr>
          <p:cNvPr id="3" name="Text 1"/>
          <p:cNvSpPr/>
          <p:nvPr/>
        </p:nvSpPr>
        <p:spPr>
          <a:xfrm>
            <a:off x="731520" y="304800"/>
            <a:ext cx="10728960" cy="853440"/>
          </a:xfrm>
          <a:prstGeom prst="rect">
            <a:avLst/>
          </a:prstGeom>
          <a:noFill/>
        </p:spPr>
        <p:txBody>
          <a:bodyPr wrap="square" rtlCol="0" anchor="ctr"/>
          <a:lstStyle/>
          <a:p>
            <a:pPr marL="0" indent="0">
              <a:buNone/>
            </a:pPr>
            <a:r>
              <a:rPr lang="en-US" sz="32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0"/>
              </a:rPr>
              <a:t>先认识数据，再理解增强</a:t>
            </a:r>
            <a:endParaRPr lang="en-US" sz="32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4" name="Shape 2"/>
          <p:cNvSpPr/>
          <p:nvPr/>
        </p:nvSpPr>
        <p:spPr>
          <a:xfrm>
            <a:off x="755904" y="1194816"/>
            <a:ext cx="2682240" cy="60960"/>
          </a:xfrm>
          <a:prstGeom prst="rect">
            <a:avLst/>
          </a:prstGeom>
          <a:solidFill>
            <a:srgbClr val="E67E22"/>
          </a:solidFill>
        </p:spPr>
      </p:sp>
      <p:sp>
        <p:nvSpPr>
          <p:cNvPr id="5" name="Text 3"/>
          <p:cNvSpPr/>
          <p:nvPr/>
        </p:nvSpPr>
        <p:spPr>
          <a:xfrm>
            <a:off x="853440" y="1524000"/>
            <a:ext cx="10485120" cy="731520"/>
          </a:xfrm>
          <a:prstGeom prst="rect">
            <a:avLst/>
          </a:prstGeom>
          <a:noFill/>
        </p:spPr>
        <p:txBody>
          <a:bodyPr wrap="square" rtlCol="0" anchor="t"/>
          <a:lstStyle/>
          <a:p>
            <a:pPr marL="0" indent="0">
              <a:lnSpc>
                <a:spcPct val="115000"/>
              </a:lnSpc>
              <a:buNone/>
            </a:pPr>
            <a:r>
              <a:rPr lang="zh-CN" altLang="en-US" sz="2400" b="1" dirty="0">
                <a:solidFill>
                  <a:srgbClr val="C7000B"/>
                </a:solidFill>
                <a:latin typeface="Arial" panose="020B0604020202020204" pitchFamily="34" charset="0"/>
                <a:ea typeface="微软雅黑" panose="020B0503020204020204" pitchFamily="34" charset="-122"/>
                <a:cs typeface="Arial" panose="020B0604020202020204" pitchFamily="34" charset="0"/>
              </a:rPr>
              <a:t>训练一个好模型，数据质量和方法同样重要。</a:t>
            </a:r>
            <a:endParaRPr lang="zh-CN" altLang="en-US" sz="2400" b="1" dirty="0">
              <a:solidFill>
                <a:srgbClr val="C7000B"/>
              </a:solidFill>
              <a:latin typeface="Arial" panose="020B0604020202020204" pitchFamily="34" charset="0"/>
              <a:ea typeface="微软雅黑" panose="020B0503020204020204" pitchFamily="34" charset="-122"/>
              <a:cs typeface="Arial" panose="020B0604020202020204" pitchFamily="34" charset="0"/>
            </a:endParaRPr>
          </a:p>
        </p:txBody>
      </p:sp>
      <p:sp>
        <p:nvSpPr>
          <p:cNvPr id="6" name="Text 4"/>
          <p:cNvSpPr/>
          <p:nvPr/>
        </p:nvSpPr>
        <p:spPr>
          <a:xfrm>
            <a:off x="853440" y="2377440"/>
            <a:ext cx="10485120" cy="609600"/>
          </a:xfrm>
          <a:prstGeom prst="rect">
            <a:avLst/>
          </a:prstGeom>
          <a:noFill/>
        </p:spPr>
        <p:txBody>
          <a:bodyPr wrap="square" rtlCol="0" anchor="t"/>
          <a:lstStyle/>
          <a:p>
            <a:pPr marL="0" indent="0">
              <a:lnSpc>
                <a:spcPct val="115000"/>
              </a:lnSpc>
              <a:buNone/>
            </a:pPr>
            <a:r>
              <a:rPr lang="en-US" sz="2135"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rPr>
              <a:t>本讲先介绍 Tiny ImageNet 数据集的来源、规模和目录结构；</a:t>
            </a:r>
            <a:endParaRPr lang="en-US" sz="2135" dirty="0"/>
          </a:p>
        </p:txBody>
      </p:sp>
      <p:sp>
        <p:nvSpPr>
          <p:cNvPr id="7" name="Text 5"/>
          <p:cNvSpPr/>
          <p:nvPr/>
        </p:nvSpPr>
        <p:spPr>
          <a:xfrm>
            <a:off x="853440" y="3108960"/>
            <a:ext cx="10485120" cy="609600"/>
          </a:xfrm>
          <a:prstGeom prst="rect">
            <a:avLst/>
          </a:prstGeom>
          <a:noFill/>
        </p:spPr>
        <p:txBody>
          <a:bodyPr wrap="square" rtlCol="0" anchor="t"/>
          <a:lstStyle/>
          <a:p>
            <a:pPr marL="0" indent="0">
              <a:lnSpc>
                <a:spcPct val="115000"/>
              </a:lnSpc>
              <a:buNone/>
            </a:pPr>
            <a:r>
              <a:rPr lang="en-US" sz="2135"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rPr>
              <a:t>再讲两种核心数据增强：RandomResizedCrop 和 RandAugment。</a:t>
            </a:r>
            <a:endParaRPr lang="en-US" sz="2135" dirty="0"/>
          </a:p>
        </p:txBody>
      </p:sp>
      <p:sp>
        <p:nvSpPr>
          <p:cNvPr id="8" name="Text 6"/>
          <p:cNvSpPr/>
          <p:nvPr/>
        </p:nvSpPr>
        <p:spPr>
          <a:xfrm>
            <a:off x="853440" y="3840480"/>
            <a:ext cx="10485120" cy="609600"/>
          </a:xfrm>
          <a:prstGeom prst="rect">
            <a:avLst/>
          </a:prstGeom>
          <a:noFill/>
        </p:spPr>
        <p:txBody>
          <a:bodyPr wrap="square" rtlCol="0" anchor="t"/>
          <a:lstStyle/>
          <a:p>
            <a:pPr marL="0" indent="0">
              <a:lnSpc>
                <a:spcPct val="115000"/>
              </a:lnSpc>
              <a:buNone/>
            </a:pPr>
            <a:r>
              <a:rPr lang="en-US" sz="2135"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rPr>
              <a:t>最后把它们放进 MobileNetV3 的训练预处理 Pipeline 里看整体效果。</a:t>
            </a:r>
            <a:endParaRPr lang="en-US" sz="2135" dirty="0"/>
          </a:p>
        </p:txBody>
      </p:sp>
      <p:sp>
        <p:nvSpPr>
          <p:cNvPr id="9" name="Shape 7"/>
          <p:cNvSpPr/>
          <p:nvPr/>
        </p:nvSpPr>
        <p:spPr>
          <a:xfrm>
            <a:off x="1219200" y="4876800"/>
            <a:ext cx="2926080" cy="1219200"/>
          </a:xfrm>
          <a:prstGeom prst="roundRect">
            <a:avLst>
              <a:gd name="adj" fmla="val 8000"/>
            </a:avLst>
          </a:prstGeom>
          <a:solidFill>
            <a:srgbClr val="2E86AB"/>
          </a:solidFill>
          <a:ln w="12700">
            <a:solidFill>
              <a:srgbClr val="FFFFFF"/>
            </a:solidFill>
            <a:prstDash val="solid"/>
          </a:ln>
        </p:spPr>
      </p:sp>
      <p:sp>
        <p:nvSpPr>
          <p:cNvPr id="10" name="Text 8"/>
          <p:cNvSpPr/>
          <p:nvPr/>
        </p:nvSpPr>
        <p:spPr>
          <a:xfrm>
            <a:off x="1280160" y="4876800"/>
            <a:ext cx="2804160" cy="1219200"/>
          </a:xfrm>
          <a:prstGeom prst="rect">
            <a:avLst/>
          </a:prstGeom>
          <a:noFill/>
        </p:spPr>
        <p:txBody>
          <a:bodyPr wrap="square" rtlCol="0" anchor="ctr"/>
          <a:lstStyle/>
          <a:p>
            <a:pPr marL="0" indent="0" algn="ctr">
              <a:buNone/>
            </a:pPr>
            <a:r>
              <a:rPr lang="en-US" sz="2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Tiny ImageNet</a:t>
            </a:r>
            <a:endParaRPr lang="en-US" sz="2000" dirty="0"/>
          </a:p>
          <a:p>
            <a:pPr marL="0" indent="0" algn="ctr">
              <a:buNone/>
            </a:pPr>
            <a:r>
              <a:rPr lang="en-US" sz="2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数据长什么样</a:t>
            </a:r>
            <a:endParaRPr lang="en-US" sz="2000" dirty="0"/>
          </a:p>
        </p:txBody>
      </p:sp>
      <p:sp>
        <p:nvSpPr>
          <p:cNvPr id="11" name="Shape 9"/>
          <p:cNvSpPr/>
          <p:nvPr/>
        </p:nvSpPr>
        <p:spPr>
          <a:xfrm>
            <a:off x="4632960" y="4876800"/>
            <a:ext cx="2926080" cy="1219200"/>
          </a:xfrm>
          <a:prstGeom prst="roundRect">
            <a:avLst>
              <a:gd name="adj" fmla="val 8000"/>
            </a:avLst>
          </a:prstGeom>
          <a:solidFill>
            <a:srgbClr val="E67E22"/>
          </a:solidFill>
          <a:ln w="12700">
            <a:solidFill>
              <a:srgbClr val="FFFFFF"/>
            </a:solidFill>
            <a:prstDash val="solid"/>
          </a:ln>
        </p:spPr>
      </p:sp>
      <p:sp>
        <p:nvSpPr>
          <p:cNvPr id="12" name="Text 10"/>
          <p:cNvSpPr/>
          <p:nvPr/>
        </p:nvSpPr>
        <p:spPr>
          <a:xfrm>
            <a:off x="4693920" y="4876800"/>
            <a:ext cx="2804160" cy="1219200"/>
          </a:xfrm>
          <a:prstGeom prst="rect">
            <a:avLst/>
          </a:prstGeom>
          <a:noFill/>
        </p:spPr>
        <p:txBody>
          <a:bodyPr wrap="square" rtlCol="0" anchor="ctr"/>
          <a:lstStyle/>
          <a:p>
            <a:pPr marL="0" indent="0" algn="ctr">
              <a:buNone/>
            </a:pPr>
            <a:r>
              <a:rPr lang="en-US" sz="2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为什么增强</a:t>
            </a:r>
            <a:endParaRPr lang="en-US" sz="2000" dirty="0"/>
          </a:p>
          <a:p>
            <a:pPr marL="0" indent="0" algn="ctr">
              <a:buNone/>
            </a:pPr>
            <a:r>
              <a:rPr lang="en-US" sz="2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提升泛化</a:t>
            </a:r>
            <a:endParaRPr lang="en-US" sz="2000" dirty="0"/>
          </a:p>
        </p:txBody>
      </p:sp>
      <p:sp>
        <p:nvSpPr>
          <p:cNvPr id="13" name="Shape 11"/>
          <p:cNvSpPr/>
          <p:nvPr/>
        </p:nvSpPr>
        <p:spPr>
          <a:xfrm>
            <a:off x="8046720" y="4876800"/>
            <a:ext cx="2926080" cy="1219200"/>
          </a:xfrm>
          <a:prstGeom prst="roundRect">
            <a:avLst>
              <a:gd name="adj" fmla="val 8000"/>
            </a:avLst>
          </a:prstGeom>
          <a:solidFill>
            <a:srgbClr val="27AE60"/>
          </a:solidFill>
          <a:ln w="12700">
            <a:solidFill>
              <a:srgbClr val="FFFFFF"/>
            </a:solidFill>
            <a:prstDash val="solid"/>
          </a:ln>
        </p:spPr>
      </p:sp>
      <p:sp>
        <p:nvSpPr>
          <p:cNvPr id="14" name="Text 12"/>
          <p:cNvSpPr/>
          <p:nvPr/>
        </p:nvSpPr>
        <p:spPr>
          <a:xfrm>
            <a:off x="8107680" y="4876800"/>
            <a:ext cx="2804160" cy="1219200"/>
          </a:xfrm>
          <a:prstGeom prst="rect">
            <a:avLst/>
          </a:prstGeom>
          <a:noFill/>
        </p:spPr>
        <p:txBody>
          <a:bodyPr wrap="square" rtlCol="0" anchor="ctr"/>
          <a:lstStyle/>
          <a:p>
            <a:pPr marL="0" indent="0" algn="ctr">
              <a:buNone/>
            </a:pPr>
            <a:r>
              <a:rPr lang="en-US" sz="2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Crop + RandAugment</a:t>
            </a:r>
            <a:endParaRPr lang="en-US" sz="2000" dirty="0"/>
          </a:p>
          <a:p>
            <a:pPr marL="0" indent="0" algn="ctr">
              <a:buNone/>
            </a:pPr>
            <a:r>
              <a:rPr lang="en-US" sz="2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完整流程</a:t>
            </a:r>
            <a:endParaRPr lang="en-US" sz="2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146304"/>
          </a:xfrm>
          <a:prstGeom prst="rect">
            <a:avLst/>
          </a:prstGeom>
          <a:solidFill>
            <a:srgbClr val="2E86AB"/>
          </a:solidFill>
        </p:spPr>
      </p:sp>
      <p:sp>
        <p:nvSpPr>
          <p:cNvPr id="3" name="Text 1"/>
          <p:cNvSpPr/>
          <p:nvPr/>
        </p:nvSpPr>
        <p:spPr>
          <a:xfrm>
            <a:off x="731520" y="304800"/>
            <a:ext cx="10728960" cy="853440"/>
          </a:xfrm>
          <a:prstGeom prst="rect">
            <a:avLst/>
          </a:prstGeom>
          <a:noFill/>
        </p:spPr>
        <p:txBody>
          <a:bodyPr wrap="square" rtlCol="0" anchor="ctr"/>
          <a:lstStyle/>
          <a:p>
            <a:pPr marL="0" indent="0">
              <a:buNone/>
            </a:pPr>
            <a:r>
              <a:rPr lang="en-US" sz="32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0"/>
              </a:rPr>
              <a:t>Tiny ImageNet：ImageNet 的教学版</a:t>
            </a:r>
            <a:endParaRPr lang="en-US" sz="32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4" name="Shape 2"/>
          <p:cNvSpPr/>
          <p:nvPr/>
        </p:nvSpPr>
        <p:spPr>
          <a:xfrm>
            <a:off x="755904" y="1194816"/>
            <a:ext cx="2682240" cy="60960"/>
          </a:xfrm>
          <a:prstGeom prst="rect">
            <a:avLst/>
          </a:prstGeom>
          <a:solidFill>
            <a:srgbClr val="E67E22"/>
          </a:solidFill>
        </p:spPr>
      </p:sp>
      <p:sp>
        <p:nvSpPr>
          <p:cNvPr id="5" name="Text 3"/>
          <p:cNvSpPr/>
          <p:nvPr/>
        </p:nvSpPr>
        <p:spPr>
          <a:xfrm>
            <a:off x="853440" y="1524000"/>
            <a:ext cx="10485120" cy="731520"/>
          </a:xfrm>
          <a:prstGeom prst="rect">
            <a:avLst/>
          </a:prstGeom>
          <a:noFill/>
        </p:spPr>
        <p:txBody>
          <a:bodyPr wrap="square" rtlCol="0" anchor="t"/>
          <a:lstStyle/>
          <a:p>
            <a:pPr marL="0" indent="0">
              <a:lnSpc>
                <a:spcPct val="115000"/>
              </a:lnSpc>
              <a:buNone/>
            </a:pPr>
            <a:r>
              <a:rPr lang="en-US" sz="2265"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rPr>
              <a:t>ImageNet 是计算机视觉最经典的大规模数据集，但完整版很大，不适合教学。</a:t>
            </a:r>
            <a:endParaRPr lang="en-US" sz="2265" dirty="0"/>
          </a:p>
        </p:txBody>
      </p:sp>
      <p:sp>
        <p:nvSpPr>
          <p:cNvPr id="6" name="Text 4"/>
          <p:cNvSpPr/>
          <p:nvPr/>
        </p:nvSpPr>
        <p:spPr>
          <a:xfrm>
            <a:off x="853440" y="2377440"/>
            <a:ext cx="10485120" cy="731520"/>
          </a:xfrm>
          <a:prstGeom prst="rect">
            <a:avLst/>
          </a:prstGeom>
          <a:noFill/>
        </p:spPr>
        <p:txBody>
          <a:bodyPr wrap="square" rtlCol="0" anchor="t"/>
          <a:lstStyle/>
          <a:p>
            <a:pPr marL="0" indent="0">
              <a:lnSpc>
                <a:spcPct val="115000"/>
              </a:lnSpc>
              <a:buNone/>
            </a:pPr>
            <a:r>
              <a:rPr lang="en-US" sz="2265"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rPr>
              <a:t>Tiny ImageNet 保留了同样的目录结构和任务设定，只是规模大幅缩小：</a:t>
            </a:r>
            <a:endParaRPr lang="en-US" sz="2265" dirty="0"/>
          </a:p>
        </p:txBody>
      </p:sp>
      <p:sp>
        <p:nvSpPr>
          <p:cNvPr id="7" name="Shape 5"/>
          <p:cNvSpPr/>
          <p:nvPr/>
        </p:nvSpPr>
        <p:spPr>
          <a:xfrm>
            <a:off x="1097280" y="3352800"/>
            <a:ext cx="3169920" cy="1463040"/>
          </a:xfrm>
          <a:prstGeom prst="roundRect">
            <a:avLst>
              <a:gd name="adj" fmla="val 6667"/>
            </a:avLst>
          </a:prstGeom>
          <a:solidFill>
            <a:srgbClr val="2E86AB"/>
          </a:solidFill>
          <a:ln w="12700">
            <a:solidFill>
              <a:srgbClr val="FFFFFF"/>
            </a:solidFill>
            <a:prstDash val="solid"/>
          </a:ln>
        </p:spPr>
      </p:sp>
      <p:sp>
        <p:nvSpPr>
          <p:cNvPr id="8" name="Text 6"/>
          <p:cNvSpPr/>
          <p:nvPr/>
        </p:nvSpPr>
        <p:spPr>
          <a:xfrm>
            <a:off x="1158240" y="3352800"/>
            <a:ext cx="3048000" cy="1463040"/>
          </a:xfrm>
          <a:prstGeom prst="rect">
            <a:avLst/>
          </a:prstGeom>
          <a:noFill/>
        </p:spPr>
        <p:txBody>
          <a:bodyPr wrap="square" rtlCol="0" anchor="ctr"/>
          <a:lstStyle/>
          <a:p>
            <a:pPr marL="0" indent="0" algn="ctr">
              <a:buNone/>
            </a:pPr>
            <a:r>
              <a:rPr lang="en-US" sz="2265"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200 个类别</a:t>
            </a:r>
            <a:endParaRPr lang="en-US" sz="2265" dirty="0"/>
          </a:p>
          <a:p>
            <a:pPr marL="0" indent="0" algn="ctr">
              <a:buNone/>
            </a:pPr>
            <a:r>
              <a:rPr lang="en-US" sz="2265"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从 ImageNet 中选取</a:t>
            </a:r>
            <a:endParaRPr lang="en-US" sz="2265" dirty="0"/>
          </a:p>
        </p:txBody>
      </p:sp>
      <p:sp>
        <p:nvSpPr>
          <p:cNvPr id="9" name="Shape 7"/>
          <p:cNvSpPr/>
          <p:nvPr/>
        </p:nvSpPr>
        <p:spPr>
          <a:xfrm>
            <a:off x="4511040" y="3352800"/>
            <a:ext cx="3169920" cy="1463040"/>
          </a:xfrm>
          <a:prstGeom prst="roundRect">
            <a:avLst>
              <a:gd name="adj" fmla="val 6667"/>
            </a:avLst>
          </a:prstGeom>
          <a:solidFill>
            <a:srgbClr val="E67E22"/>
          </a:solidFill>
          <a:ln w="12700">
            <a:solidFill>
              <a:srgbClr val="FFFFFF"/>
            </a:solidFill>
            <a:prstDash val="solid"/>
          </a:ln>
        </p:spPr>
      </p:sp>
      <p:sp>
        <p:nvSpPr>
          <p:cNvPr id="10" name="Text 8"/>
          <p:cNvSpPr/>
          <p:nvPr/>
        </p:nvSpPr>
        <p:spPr>
          <a:xfrm>
            <a:off x="4572000" y="3352800"/>
            <a:ext cx="3048000" cy="1463040"/>
          </a:xfrm>
          <a:prstGeom prst="rect">
            <a:avLst/>
          </a:prstGeom>
          <a:noFill/>
        </p:spPr>
        <p:txBody>
          <a:bodyPr wrap="square" rtlCol="0" anchor="ctr"/>
          <a:lstStyle/>
          <a:p>
            <a:pPr marL="0" indent="0" algn="ctr">
              <a:buNone/>
            </a:pPr>
            <a:r>
              <a:rPr lang="en-US" sz="2265"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10 万张训练图</a:t>
            </a:r>
            <a:endParaRPr lang="en-US" sz="2265" dirty="0"/>
          </a:p>
          <a:p>
            <a:pPr marL="0" indent="0" algn="ctr">
              <a:buNone/>
            </a:pPr>
            <a:r>
              <a:rPr lang="en-US" sz="2265"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每类 500 张</a:t>
            </a:r>
            <a:endParaRPr lang="en-US" sz="2265" dirty="0"/>
          </a:p>
        </p:txBody>
      </p:sp>
      <p:sp>
        <p:nvSpPr>
          <p:cNvPr id="11" name="Shape 9"/>
          <p:cNvSpPr/>
          <p:nvPr/>
        </p:nvSpPr>
        <p:spPr>
          <a:xfrm>
            <a:off x="7924800" y="3352800"/>
            <a:ext cx="3169920" cy="1463040"/>
          </a:xfrm>
          <a:prstGeom prst="roundRect">
            <a:avLst>
              <a:gd name="adj" fmla="val 6667"/>
            </a:avLst>
          </a:prstGeom>
          <a:solidFill>
            <a:srgbClr val="27AE60"/>
          </a:solidFill>
          <a:ln w="12700">
            <a:solidFill>
              <a:srgbClr val="FFFFFF"/>
            </a:solidFill>
            <a:prstDash val="solid"/>
          </a:ln>
        </p:spPr>
      </p:sp>
      <p:sp>
        <p:nvSpPr>
          <p:cNvPr id="12" name="Text 10"/>
          <p:cNvSpPr/>
          <p:nvPr/>
        </p:nvSpPr>
        <p:spPr>
          <a:xfrm>
            <a:off x="7985760" y="3352800"/>
            <a:ext cx="3048000" cy="1463040"/>
          </a:xfrm>
          <a:prstGeom prst="rect">
            <a:avLst/>
          </a:prstGeom>
          <a:noFill/>
        </p:spPr>
        <p:txBody>
          <a:bodyPr wrap="square" rtlCol="0" anchor="ctr"/>
          <a:lstStyle/>
          <a:p>
            <a:pPr marL="0" indent="0" algn="ctr">
              <a:buNone/>
            </a:pPr>
            <a:r>
              <a:rPr lang="en-US" sz="2265"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1 万张验证图</a:t>
            </a:r>
            <a:endParaRPr lang="en-US" sz="2265" dirty="0"/>
          </a:p>
          <a:p>
            <a:pPr marL="0" indent="0" algn="ctr">
              <a:buNone/>
            </a:pPr>
            <a:r>
              <a:rPr lang="en-US" sz="2265"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每类 50 张</a:t>
            </a:r>
            <a:endParaRPr lang="en-US" sz="2265" dirty="0"/>
          </a:p>
        </p:txBody>
      </p:sp>
      <p:sp>
        <p:nvSpPr>
          <p:cNvPr id="13" name="Text 11"/>
          <p:cNvSpPr/>
          <p:nvPr/>
        </p:nvSpPr>
        <p:spPr>
          <a:xfrm>
            <a:off x="853440" y="5181600"/>
            <a:ext cx="10485120" cy="731520"/>
          </a:xfrm>
          <a:prstGeom prst="rect">
            <a:avLst/>
          </a:prstGeom>
          <a:noFill/>
        </p:spPr>
        <p:txBody>
          <a:bodyPr wrap="square" rtlCol="0" anchor="t"/>
          <a:lstStyle/>
          <a:p>
            <a:pPr marL="0" algn="ctr">
              <a:lnSpc>
                <a:spcPct val="115000"/>
              </a:lnSpc>
              <a:buClrTx/>
              <a:buSzTx/>
              <a:buFontTx/>
              <a:buNone/>
            </a:pPr>
            <a:r>
              <a:rPr lang="zh-CN" altLang="en-US" sz="2400" b="1" dirty="0">
                <a:solidFill>
                  <a:srgbClr val="C7000B"/>
                </a:solidFill>
                <a:latin typeface="Arial" panose="020B0604020202020204" pitchFamily="34" charset="0"/>
                <a:ea typeface="微软雅黑" panose="020B0503020204020204" pitchFamily="34" charset="-122"/>
                <a:cs typeface="Arial" panose="020B0604020202020204" pitchFamily="34" charset="0"/>
              </a:rPr>
              <a:t>原始图像为 64×64，远小于 ImageNet 的 224×224。</a:t>
            </a:r>
            <a:endParaRPr lang="zh-CN" altLang="en-US" sz="2400" b="1" dirty="0">
              <a:solidFill>
                <a:srgbClr val="C7000B"/>
              </a:solidFill>
              <a:latin typeface="Arial" panose="020B0604020202020204" pitchFamily="34" charset="0"/>
              <a:ea typeface="微软雅黑" panose="020B0503020204020204" pitchFamily="34" charset="-122"/>
              <a:cs typeface="Arial" panose="020B0604020202020204" pitchFamily="3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146304"/>
          </a:xfrm>
          <a:prstGeom prst="rect">
            <a:avLst/>
          </a:prstGeom>
          <a:solidFill>
            <a:srgbClr val="2E86AB"/>
          </a:solidFill>
        </p:spPr>
      </p:sp>
      <p:sp>
        <p:nvSpPr>
          <p:cNvPr id="3" name="Text 1"/>
          <p:cNvSpPr/>
          <p:nvPr/>
        </p:nvSpPr>
        <p:spPr>
          <a:xfrm>
            <a:off x="731520" y="304800"/>
            <a:ext cx="10728960" cy="853440"/>
          </a:xfrm>
          <a:prstGeom prst="rect">
            <a:avLst/>
          </a:prstGeom>
          <a:noFill/>
        </p:spPr>
        <p:txBody>
          <a:bodyPr wrap="square" rtlCol="0" anchor="ctr"/>
          <a:lstStyle/>
          <a:p>
            <a:pPr marL="0" indent="0">
              <a:buNone/>
            </a:pPr>
            <a:r>
              <a:rPr lang="en-US" sz="32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0"/>
              </a:rPr>
              <a:t>目录结构：训练集按类别分文件夹</a:t>
            </a:r>
            <a:endParaRPr lang="en-US" sz="32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4" name="Shape 2"/>
          <p:cNvSpPr/>
          <p:nvPr/>
        </p:nvSpPr>
        <p:spPr>
          <a:xfrm>
            <a:off x="755904" y="1194816"/>
            <a:ext cx="2682240" cy="60960"/>
          </a:xfrm>
          <a:prstGeom prst="rect">
            <a:avLst/>
          </a:prstGeom>
          <a:solidFill>
            <a:srgbClr val="E67E22"/>
          </a:solidFill>
        </p:spPr>
      </p:sp>
      <p:sp>
        <p:nvSpPr>
          <p:cNvPr id="5" name="Text 3"/>
          <p:cNvSpPr/>
          <p:nvPr/>
        </p:nvSpPr>
        <p:spPr>
          <a:xfrm>
            <a:off x="853440" y="1463040"/>
            <a:ext cx="10485120" cy="731520"/>
          </a:xfrm>
          <a:prstGeom prst="rect">
            <a:avLst/>
          </a:prstGeom>
          <a:noFill/>
        </p:spPr>
        <p:txBody>
          <a:bodyPr wrap="square" rtlCol="0" anchor="t"/>
          <a:lstStyle/>
          <a:p>
            <a:pPr marL="0" indent="0">
              <a:lnSpc>
                <a:spcPct val="115000"/>
              </a:lnSpc>
              <a:buNone/>
            </a:pPr>
            <a:r>
              <a:rPr lang="en-US" sz="2265"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rPr>
              <a:t>训练集每类一个文件夹，验证集平铺存放，需要按标注文件整理。</a:t>
            </a:r>
            <a:endParaRPr lang="en-US" sz="2265" dirty="0"/>
          </a:p>
        </p:txBody>
      </p:sp>
      <p:sp>
        <p:nvSpPr>
          <p:cNvPr id="6" name="Text 4"/>
          <p:cNvSpPr/>
          <p:nvPr/>
        </p:nvSpPr>
        <p:spPr>
          <a:xfrm>
            <a:off x="975360" y="2316480"/>
            <a:ext cx="7559040" cy="3901440"/>
          </a:xfrm>
          <a:prstGeom prst="rect">
            <a:avLst/>
          </a:prstGeom>
          <a:noFill/>
        </p:spPr>
        <p:txBody>
          <a:bodyPr wrap="square" rtlCol="0" anchor="t"/>
          <a:lstStyle/>
          <a:p>
            <a:pPr marL="0" indent="0">
              <a:lnSpc>
                <a:spcPct val="115000"/>
              </a:lnSpc>
              <a:buNone/>
            </a:pPr>
            <a:r>
              <a:rPr lang="en-US" sz="1865" dirty="0">
                <a:solidFill>
                  <a:srgbClr val="2C3E50"/>
                </a:solidFill>
                <a:latin typeface="Consolas" panose="020B0609020204030204" pitchFamily="34" charset="0"/>
                <a:ea typeface="Consolas" panose="020B0609020204030204" pitchFamily="34" charset="-122"/>
                <a:cs typeface="Consolas" panose="020B0609020204030204" pitchFamily="34" charset="-120"/>
              </a:rPr>
              <a:t>tiny-imagenet-200/</a:t>
            </a:r>
            <a:endParaRPr lang="en-US" sz="1865" dirty="0"/>
          </a:p>
          <a:p>
            <a:pPr marL="0" indent="0">
              <a:lnSpc>
                <a:spcPct val="115000"/>
              </a:lnSpc>
              <a:buNone/>
            </a:pPr>
            <a:r>
              <a:rPr lang="en-US" sz="1865" dirty="0">
                <a:solidFill>
                  <a:srgbClr val="2C3E50"/>
                </a:solidFill>
                <a:latin typeface="Consolas" panose="020B0609020204030204" pitchFamily="34" charset="0"/>
                <a:ea typeface="Consolas" panose="020B0609020204030204" pitchFamily="34" charset="-122"/>
                <a:cs typeface="Consolas" panose="020B0609020204030204" pitchFamily="34" charset="-120"/>
              </a:rPr>
              <a:t>├── train/</a:t>
            </a:r>
            <a:endParaRPr lang="en-US" sz="1865" dirty="0"/>
          </a:p>
          <a:p>
            <a:pPr marL="0" indent="0">
              <a:lnSpc>
                <a:spcPct val="115000"/>
              </a:lnSpc>
              <a:buNone/>
            </a:pPr>
            <a:r>
              <a:rPr lang="en-US" sz="1865" dirty="0">
                <a:solidFill>
                  <a:srgbClr val="2C3E50"/>
                </a:solidFill>
                <a:latin typeface="Consolas" panose="020B0609020204030204" pitchFamily="34" charset="0"/>
                <a:ea typeface="Consolas" panose="020B0609020204030204" pitchFamily="34" charset="-122"/>
                <a:cs typeface="Consolas" panose="020B0609020204030204" pitchFamily="34" charset="-120"/>
              </a:rPr>
              <a:t>│   ├── n01440764/          # 一个类别一个文件夹</a:t>
            </a:r>
            <a:endParaRPr lang="en-US" sz="1865" dirty="0"/>
          </a:p>
          <a:p>
            <a:pPr marL="0" indent="0">
              <a:lnSpc>
                <a:spcPct val="115000"/>
              </a:lnSpc>
              <a:buNone/>
            </a:pPr>
            <a:r>
              <a:rPr lang="en-US" sz="1865" dirty="0">
                <a:solidFill>
                  <a:srgbClr val="2C3E50"/>
                </a:solidFill>
                <a:latin typeface="Consolas" panose="020B0609020204030204" pitchFamily="34" charset="0"/>
                <a:ea typeface="Consolas" panose="020B0609020204030204" pitchFamily="34" charset="-122"/>
                <a:cs typeface="Consolas" panose="020B0609020204030204" pitchFamily="34" charset="-120"/>
              </a:rPr>
              <a:t>│   │   └── images/         # 该类 500 张 JPEG</a:t>
            </a:r>
            <a:endParaRPr lang="en-US" sz="1865" dirty="0"/>
          </a:p>
          <a:p>
            <a:pPr marL="0" indent="0">
              <a:lnSpc>
                <a:spcPct val="115000"/>
              </a:lnSpc>
              <a:buNone/>
            </a:pPr>
            <a:r>
              <a:rPr lang="en-US" sz="1865" dirty="0">
                <a:solidFill>
                  <a:srgbClr val="2C3E50"/>
                </a:solidFill>
                <a:latin typeface="Consolas" panose="020B0609020204030204" pitchFamily="34" charset="0"/>
                <a:ea typeface="Consolas" panose="020B0609020204030204" pitchFamily="34" charset="-122"/>
                <a:cs typeface="Consolas" panose="020B0609020204030204" pitchFamily="34" charset="-120"/>
              </a:rPr>
              <a:t>│   ├── n01443537/</a:t>
            </a:r>
            <a:endParaRPr lang="en-US" sz="1865" dirty="0"/>
          </a:p>
          <a:p>
            <a:pPr marL="0" indent="0">
              <a:lnSpc>
                <a:spcPct val="115000"/>
              </a:lnSpc>
              <a:buNone/>
            </a:pPr>
            <a:r>
              <a:rPr lang="en-US" sz="1865" dirty="0">
                <a:solidFill>
                  <a:srgbClr val="2C3E50"/>
                </a:solidFill>
                <a:latin typeface="Consolas" panose="020B0609020204030204" pitchFamily="34" charset="0"/>
                <a:ea typeface="Consolas" panose="020B0609020204030204" pitchFamily="34" charset="-122"/>
                <a:cs typeface="Consolas" panose="020B0609020204030204" pitchFamily="34" charset="-120"/>
              </a:rPr>
              <a:t>│   └── ...</a:t>
            </a:r>
            <a:endParaRPr lang="en-US" sz="1865" dirty="0"/>
          </a:p>
          <a:p>
            <a:pPr marL="0" indent="0">
              <a:lnSpc>
                <a:spcPct val="115000"/>
              </a:lnSpc>
              <a:buNone/>
            </a:pPr>
            <a:r>
              <a:rPr lang="en-US" sz="1865" dirty="0">
                <a:solidFill>
                  <a:srgbClr val="2C3E50"/>
                </a:solidFill>
                <a:latin typeface="Consolas" panose="020B0609020204030204" pitchFamily="34" charset="0"/>
                <a:ea typeface="Consolas" panose="020B0609020204030204" pitchFamily="34" charset="-122"/>
                <a:cs typeface="Consolas" panose="020B0609020204030204" pitchFamily="34" charset="-120"/>
              </a:rPr>
              <a:t>├── val/</a:t>
            </a:r>
            <a:endParaRPr lang="en-US" sz="1865" dirty="0"/>
          </a:p>
          <a:p>
            <a:pPr marL="0" indent="0">
              <a:lnSpc>
                <a:spcPct val="115000"/>
              </a:lnSpc>
              <a:buNone/>
            </a:pPr>
            <a:r>
              <a:rPr lang="en-US" sz="1865" dirty="0">
                <a:solidFill>
                  <a:srgbClr val="2C3E50"/>
                </a:solidFill>
                <a:latin typeface="Consolas" panose="020B0609020204030204" pitchFamily="34" charset="0"/>
                <a:ea typeface="Consolas" panose="020B0609020204030204" pitchFamily="34" charset="-122"/>
                <a:cs typeface="Consolas" panose="020B0609020204030204" pitchFamily="34" charset="-120"/>
              </a:rPr>
              <a:t>│   ├── images/             # 验证图平铺存放</a:t>
            </a:r>
            <a:endParaRPr lang="en-US" sz="1865" dirty="0"/>
          </a:p>
          <a:p>
            <a:pPr marL="0" indent="0">
              <a:lnSpc>
                <a:spcPct val="115000"/>
              </a:lnSpc>
              <a:buNone/>
            </a:pPr>
            <a:r>
              <a:rPr lang="en-US" sz="1865" dirty="0">
                <a:solidFill>
                  <a:srgbClr val="2C3E50"/>
                </a:solidFill>
                <a:latin typeface="Consolas" panose="020B0609020204030204" pitchFamily="34" charset="0"/>
                <a:ea typeface="Consolas" panose="020B0609020204030204" pitchFamily="34" charset="-122"/>
                <a:cs typeface="Consolas" panose="020B0609020204030204" pitchFamily="34" charset="-120"/>
              </a:rPr>
              <a:t>│   └── val_annotations.txt # 图片 → 类别映射</a:t>
            </a:r>
            <a:endParaRPr lang="en-US" sz="1865" dirty="0"/>
          </a:p>
          <a:p>
            <a:pPr marL="0" indent="0">
              <a:lnSpc>
                <a:spcPct val="115000"/>
              </a:lnSpc>
              <a:buNone/>
            </a:pPr>
            <a:r>
              <a:rPr lang="en-US" sz="1865" dirty="0">
                <a:solidFill>
                  <a:srgbClr val="2C3E50"/>
                </a:solidFill>
                <a:latin typeface="Consolas" panose="020B0609020204030204" pitchFamily="34" charset="0"/>
                <a:ea typeface="Consolas" panose="020B0609020204030204" pitchFamily="34" charset="-122"/>
                <a:cs typeface="Consolas" panose="020B0609020204030204" pitchFamily="34" charset="-120"/>
              </a:rPr>
              <a:t>├── wnids.txt               # 200 个类别 ID</a:t>
            </a:r>
            <a:endParaRPr lang="en-US" sz="1865" dirty="0"/>
          </a:p>
          <a:p>
            <a:pPr marL="0" indent="0">
              <a:lnSpc>
                <a:spcPct val="115000"/>
              </a:lnSpc>
              <a:buNone/>
            </a:pPr>
            <a:r>
              <a:rPr lang="en-US" sz="1865" dirty="0">
                <a:solidFill>
                  <a:srgbClr val="2C3E50"/>
                </a:solidFill>
                <a:latin typeface="Consolas" panose="020B0609020204030204" pitchFamily="34" charset="0"/>
                <a:ea typeface="Consolas" panose="020B0609020204030204" pitchFamily="34" charset="-122"/>
                <a:cs typeface="Consolas" panose="020B0609020204030204" pitchFamily="34" charset="-120"/>
              </a:rPr>
              <a:t>└── words.txt               # 类别 ID → 名称</a:t>
            </a:r>
            <a:endParaRPr lang="en-US" sz="1865" dirty="0"/>
          </a:p>
        </p:txBody>
      </p:sp>
      <p:sp>
        <p:nvSpPr>
          <p:cNvPr id="7" name="Shape 5"/>
          <p:cNvSpPr/>
          <p:nvPr/>
        </p:nvSpPr>
        <p:spPr>
          <a:xfrm>
            <a:off x="8778240" y="2438400"/>
            <a:ext cx="2926080" cy="1463040"/>
          </a:xfrm>
          <a:prstGeom prst="roundRect">
            <a:avLst>
              <a:gd name="adj" fmla="val 6667"/>
            </a:avLst>
          </a:prstGeom>
          <a:solidFill>
            <a:srgbClr val="27AE60"/>
          </a:solidFill>
          <a:ln w="12700">
            <a:solidFill>
              <a:srgbClr val="FFFFFF"/>
            </a:solidFill>
            <a:prstDash val="solid"/>
          </a:ln>
        </p:spPr>
      </p:sp>
      <p:sp>
        <p:nvSpPr>
          <p:cNvPr id="8" name="Text 6"/>
          <p:cNvSpPr/>
          <p:nvPr/>
        </p:nvSpPr>
        <p:spPr>
          <a:xfrm>
            <a:off x="8839200" y="2438400"/>
            <a:ext cx="2804160" cy="1463040"/>
          </a:xfrm>
          <a:prstGeom prst="rect">
            <a:avLst/>
          </a:prstGeom>
          <a:noFill/>
        </p:spPr>
        <p:txBody>
          <a:bodyPr wrap="square" rtlCol="0" anchor="ctr"/>
          <a:lstStyle/>
          <a:p>
            <a:pPr marL="0" indent="0" algn="ctr">
              <a:buNone/>
            </a:pPr>
            <a:r>
              <a:rPr lang="en-US" sz="1865"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ImageFolder 加载</a:t>
            </a:r>
            <a:endParaRPr lang="en-US" sz="1865" dirty="0"/>
          </a:p>
          <a:p>
            <a:pPr marL="0" indent="0" algn="ctr">
              <a:buNone/>
            </a:pPr>
            <a:r>
              <a:rPr lang="en-US" sz="1865"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按子目录生成标签</a:t>
            </a:r>
            <a:endParaRPr lang="en-US" sz="1865" dirty="0"/>
          </a:p>
        </p:txBody>
      </p:sp>
      <p:sp>
        <p:nvSpPr>
          <p:cNvPr id="9" name="Shape 7"/>
          <p:cNvSpPr/>
          <p:nvPr/>
        </p:nvSpPr>
        <p:spPr>
          <a:xfrm>
            <a:off x="8778240" y="4267200"/>
            <a:ext cx="2926080" cy="1463040"/>
          </a:xfrm>
          <a:prstGeom prst="roundRect">
            <a:avLst>
              <a:gd name="adj" fmla="val 6667"/>
            </a:avLst>
          </a:prstGeom>
          <a:solidFill>
            <a:srgbClr val="E67E22"/>
          </a:solidFill>
          <a:ln w="12700">
            <a:solidFill>
              <a:srgbClr val="FFFFFF"/>
            </a:solidFill>
            <a:prstDash val="solid"/>
          </a:ln>
        </p:spPr>
      </p:sp>
      <p:sp>
        <p:nvSpPr>
          <p:cNvPr id="10" name="Text 8"/>
          <p:cNvSpPr/>
          <p:nvPr/>
        </p:nvSpPr>
        <p:spPr>
          <a:xfrm>
            <a:off x="8839200" y="4267200"/>
            <a:ext cx="2804160" cy="1463040"/>
          </a:xfrm>
          <a:prstGeom prst="rect">
            <a:avLst/>
          </a:prstGeom>
          <a:noFill/>
        </p:spPr>
        <p:txBody>
          <a:bodyPr wrap="square" rtlCol="0" anchor="ctr"/>
          <a:lstStyle/>
          <a:p>
            <a:pPr marL="0" indent="0" algn="ctr">
              <a:buNone/>
            </a:pPr>
            <a:r>
              <a:rPr lang="en-US" sz="1865"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验证集需要</a:t>
            </a:r>
            <a:endParaRPr lang="en-US" sz="1865" dirty="0"/>
          </a:p>
          <a:p>
            <a:pPr marL="0" indent="0" algn="ctr">
              <a:buNone/>
            </a:pPr>
            <a:r>
              <a:rPr lang="en-US" sz="1865"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先整理成 class/ 结构</a:t>
            </a:r>
            <a:endParaRPr lang="en-US" sz="1865"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146304"/>
          </a:xfrm>
          <a:prstGeom prst="rect">
            <a:avLst/>
          </a:prstGeom>
          <a:solidFill>
            <a:srgbClr val="2E86AB"/>
          </a:solidFill>
        </p:spPr>
      </p:sp>
      <p:sp>
        <p:nvSpPr>
          <p:cNvPr id="3" name="Text 1"/>
          <p:cNvSpPr/>
          <p:nvPr/>
        </p:nvSpPr>
        <p:spPr>
          <a:xfrm>
            <a:off x="731520" y="304800"/>
            <a:ext cx="10728960" cy="853440"/>
          </a:xfrm>
          <a:prstGeom prst="rect">
            <a:avLst/>
          </a:prstGeom>
          <a:noFill/>
        </p:spPr>
        <p:txBody>
          <a:bodyPr wrap="square" rtlCol="0" anchor="ctr"/>
          <a:lstStyle/>
          <a:p>
            <a:pPr marL="0" indent="0">
              <a:buNone/>
            </a:pPr>
            <a:r>
              <a:rPr lang="en-US" sz="32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0"/>
              </a:rPr>
              <a:t>小图先放大：64 × 64 → 224 × 224</a:t>
            </a:r>
            <a:endParaRPr lang="en-US" sz="32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4" name="Shape 2"/>
          <p:cNvSpPr/>
          <p:nvPr/>
        </p:nvSpPr>
        <p:spPr>
          <a:xfrm>
            <a:off x="755904" y="1194816"/>
            <a:ext cx="2682240" cy="60960"/>
          </a:xfrm>
          <a:prstGeom prst="rect">
            <a:avLst/>
          </a:prstGeom>
          <a:solidFill>
            <a:srgbClr val="E67E22"/>
          </a:solidFill>
        </p:spPr>
      </p:sp>
      <p:sp>
        <p:nvSpPr>
          <p:cNvPr id="5" name="Shape 3"/>
          <p:cNvSpPr/>
          <p:nvPr/>
        </p:nvSpPr>
        <p:spPr>
          <a:xfrm>
            <a:off x="1097280" y="2072640"/>
            <a:ext cx="1584960" cy="1584960"/>
          </a:xfrm>
          <a:prstGeom prst="roundRect">
            <a:avLst>
              <a:gd name="adj" fmla="val 6154"/>
            </a:avLst>
          </a:prstGeom>
          <a:solidFill>
            <a:srgbClr val="7F8C8D"/>
          </a:solidFill>
          <a:ln w="12700">
            <a:solidFill>
              <a:srgbClr val="FFFFFF"/>
            </a:solidFill>
            <a:prstDash val="solid"/>
          </a:ln>
        </p:spPr>
      </p:sp>
      <p:sp>
        <p:nvSpPr>
          <p:cNvPr id="6" name="Text 4"/>
          <p:cNvSpPr/>
          <p:nvPr/>
        </p:nvSpPr>
        <p:spPr>
          <a:xfrm>
            <a:off x="1158240" y="2072640"/>
            <a:ext cx="1463040" cy="1584960"/>
          </a:xfrm>
          <a:prstGeom prst="rect">
            <a:avLst/>
          </a:prstGeom>
          <a:noFill/>
        </p:spPr>
        <p:txBody>
          <a:bodyPr wrap="square" rtlCol="0" anchor="ctr"/>
          <a:lstStyle/>
          <a:p>
            <a:pPr marL="0" indent="0" algn="ctr">
              <a:buNone/>
            </a:pPr>
            <a:r>
              <a:rPr lang="en-US" sz="2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原图</a:t>
            </a:r>
            <a:endParaRPr lang="en-US" sz="2000" dirty="0"/>
          </a:p>
          <a:p>
            <a:pPr marL="0" indent="0" algn="ctr">
              <a:buNone/>
            </a:pPr>
            <a:r>
              <a:rPr lang="en-US" sz="2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64×64</a:t>
            </a:r>
            <a:endParaRPr lang="en-US" sz="2000" dirty="0"/>
          </a:p>
        </p:txBody>
      </p:sp>
      <p:sp>
        <p:nvSpPr>
          <p:cNvPr id="7" name="Shape 5"/>
          <p:cNvSpPr/>
          <p:nvPr/>
        </p:nvSpPr>
        <p:spPr>
          <a:xfrm>
            <a:off x="2926080" y="2865120"/>
            <a:ext cx="731520" cy="0"/>
          </a:xfrm>
          <a:prstGeom prst="line">
            <a:avLst/>
          </a:prstGeom>
          <a:noFill/>
          <a:ln w="31750">
            <a:solidFill>
              <a:srgbClr val="1F4E79"/>
            </a:solidFill>
            <a:prstDash val="solid"/>
            <a:tailEnd type="triangle"/>
          </a:ln>
        </p:spPr>
      </p:sp>
      <p:sp>
        <p:nvSpPr>
          <p:cNvPr id="8" name="Shape 6"/>
          <p:cNvSpPr/>
          <p:nvPr/>
        </p:nvSpPr>
        <p:spPr>
          <a:xfrm>
            <a:off x="3779520" y="1889760"/>
            <a:ext cx="1950720" cy="1950720"/>
          </a:xfrm>
          <a:prstGeom prst="roundRect">
            <a:avLst>
              <a:gd name="adj" fmla="val 5000"/>
            </a:avLst>
          </a:prstGeom>
          <a:solidFill>
            <a:srgbClr val="8E44AD"/>
          </a:solidFill>
          <a:ln w="12700">
            <a:solidFill>
              <a:srgbClr val="FFFFFF"/>
            </a:solidFill>
            <a:prstDash val="solid"/>
          </a:ln>
        </p:spPr>
      </p:sp>
      <p:sp>
        <p:nvSpPr>
          <p:cNvPr id="9" name="Text 7"/>
          <p:cNvSpPr/>
          <p:nvPr/>
        </p:nvSpPr>
        <p:spPr>
          <a:xfrm>
            <a:off x="3840480" y="1889760"/>
            <a:ext cx="1828800" cy="1950720"/>
          </a:xfrm>
          <a:prstGeom prst="rect">
            <a:avLst/>
          </a:prstGeom>
          <a:noFill/>
        </p:spPr>
        <p:txBody>
          <a:bodyPr wrap="square" rtlCol="0" anchor="ctr"/>
          <a:lstStyle/>
          <a:p>
            <a:pPr marL="0" indent="0" algn="ctr">
              <a:buNone/>
            </a:pPr>
            <a:r>
              <a:rPr lang="en-US" sz="2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Resize</a:t>
            </a:r>
            <a:endParaRPr lang="en-US" sz="2000" dirty="0"/>
          </a:p>
          <a:p>
            <a:pPr marL="0" indent="0" algn="ctr">
              <a:buNone/>
            </a:pPr>
            <a:r>
              <a:rPr lang="en-US" sz="2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到 256</a:t>
            </a:r>
            <a:endParaRPr lang="en-US" sz="2000" dirty="0"/>
          </a:p>
        </p:txBody>
      </p:sp>
      <p:sp>
        <p:nvSpPr>
          <p:cNvPr id="10" name="Shape 8"/>
          <p:cNvSpPr/>
          <p:nvPr/>
        </p:nvSpPr>
        <p:spPr>
          <a:xfrm>
            <a:off x="5974080" y="2865120"/>
            <a:ext cx="731520" cy="0"/>
          </a:xfrm>
          <a:prstGeom prst="line">
            <a:avLst/>
          </a:prstGeom>
          <a:noFill/>
          <a:ln w="31750">
            <a:solidFill>
              <a:srgbClr val="1F4E79"/>
            </a:solidFill>
            <a:prstDash val="solid"/>
            <a:tailEnd type="triangle"/>
          </a:ln>
        </p:spPr>
      </p:sp>
      <p:sp>
        <p:nvSpPr>
          <p:cNvPr id="11" name="Shape 9"/>
          <p:cNvSpPr/>
          <p:nvPr/>
        </p:nvSpPr>
        <p:spPr>
          <a:xfrm>
            <a:off x="6827520" y="2072640"/>
            <a:ext cx="1828800" cy="1584960"/>
          </a:xfrm>
          <a:prstGeom prst="roundRect">
            <a:avLst>
              <a:gd name="adj" fmla="val 6154"/>
            </a:avLst>
          </a:prstGeom>
          <a:solidFill>
            <a:srgbClr val="2E86AB"/>
          </a:solidFill>
          <a:ln w="12700">
            <a:solidFill>
              <a:srgbClr val="FFFFFF"/>
            </a:solidFill>
            <a:prstDash val="solid"/>
          </a:ln>
        </p:spPr>
      </p:sp>
      <p:sp>
        <p:nvSpPr>
          <p:cNvPr id="12" name="Text 10"/>
          <p:cNvSpPr/>
          <p:nvPr/>
        </p:nvSpPr>
        <p:spPr>
          <a:xfrm>
            <a:off x="6888480" y="2072640"/>
            <a:ext cx="1706880" cy="1584960"/>
          </a:xfrm>
          <a:prstGeom prst="rect">
            <a:avLst/>
          </a:prstGeom>
          <a:noFill/>
        </p:spPr>
        <p:txBody>
          <a:bodyPr wrap="square" rtlCol="0" anchor="ctr"/>
          <a:lstStyle/>
          <a:p>
            <a:pPr marL="0" indent="0" algn="ctr">
              <a:buNone/>
            </a:pPr>
            <a:r>
              <a:rPr lang="en-US" sz="2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CenterCrop</a:t>
            </a:r>
            <a:endParaRPr lang="en-US" sz="2000" dirty="0"/>
          </a:p>
          <a:p>
            <a:pPr marL="0" indent="0" algn="ctr">
              <a:buNone/>
            </a:pPr>
            <a:r>
              <a:rPr lang="en-US" sz="2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224×224</a:t>
            </a:r>
            <a:endParaRPr lang="en-US" sz="2000" dirty="0"/>
          </a:p>
        </p:txBody>
      </p:sp>
      <p:sp>
        <p:nvSpPr>
          <p:cNvPr id="13" name="Text 11"/>
          <p:cNvSpPr/>
          <p:nvPr/>
        </p:nvSpPr>
        <p:spPr>
          <a:xfrm>
            <a:off x="853440" y="4084320"/>
            <a:ext cx="10485120" cy="731520"/>
          </a:xfrm>
          <a:prstGeom prst="rect">
            <a:avLst/>
          </a:prstGeom>
          <a:noFill/>
        </p:spPr>
        <p:txBody>
          <a:bodyPr wrap="square" rtlCol="0" anchor="t"/>
          <a:lstStyle/>
          <a:p>
            <a:pPr marL="0" indent="0">
              <a:lnSpc>
                <a:spcPct val="115000"/>
              </a:lnSpc>
              <a:buNone/>
            </a:pPr>
            <a:r>
              <a:rPr lang="en-US" sz="2265"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rPr>
              <a:t>验证集通常走：Resize(256) → CenterCrop(224) → Normalize。</a:t>
            </a:r>
            <a:endParaRPr lang="en-US" sz="2265" dirty="0"/>
          </a:p>
        </p:txBody>
      </p:sp>
      <p:sp>
        <p:nvSpPr>
          <p:cNvPr id="14" name="Text 12"/>
          <p:cNvSpPr/>
          <p:nvPr/>
        </p:nvSpPr>
        <p:spPr>
          <a:xfrm>
            <a:off x="853440" y="4998720"/>
            <a:ext cx="10485120" cy="731520"/>
          </a:xfrm>
          <a:prstGeom prst="rect">
            <a:avLst/>
          </a:prstGeom>
          <a:noFill/>
        </p:spPr>
        <p:txBody>
          <a:bodyPr wrap="square" rtlCol="0" anchor="t"/>
          <a:lstStyle/>
          <a:p>
            <a:pPr marL="0" indent="0">
              <a:lnSpc>
                <a:spcPct val="115000"/>
              </a:lnSpc>
              <a:buNone/>
            </a:pPr>
            <a:r>
              <a:rPr lang="en-US" sz="2135" dirty="0">
                <a:solidFill>
                  <a:srgbClr val="7F8C8D"/>
                </a:solidFill>
                <a:latin typeface="微软雅黑" panose="020B0503020204020204" pitchFamily="34" charset="-122"/>
                <a:ea typeface="微软雅黑" panose="020B0503020204020204" pitchFamily="34" charset="-122"/>
                <a:cs typeface="微软雅黑" panose="020B0503020204020204" pitchFamily="34" charset="-120"/>
              </a:rPr>
              <a:t>小图直接放大会有锯齿，先放大到 256 再居中裁剪，能保留更多有效信息。</a:t>
            </a:r>
            <a:endParaRPr lang="en-US" sz="2135"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146304"/>
          </a:xfrm>
          <a:prstGeom prst="rect">
            <a:avLst/>
          </a:prstGeom>
          <a:solidFill>
            <a:srgbClr val="E67E22"/>
          </a:solidFill>
        </p:spPr>
      </p:sp>
      <p:sp>
        <p:nvSpPr>
          <p:cNvPr id="3" name="Text 1"/>
          <p:cNvSpPr/>
          <p:nvPr/>
        </p:nvSpPr>
        <p:spPr>
          <a:xfrm>
            <a:off x="731520" y="304800"/>
            <a:ext cx="10728960" cy="853440"/>
          </a:xfrm>
          <a:prstGeom prst="rect">
            <a:avLst/>
          </a:prstGeom>
          <a:noFill/>
        </p:spPr>
        <p:txBody>
          <a:bodyPr wrap="square" rtlCol="0" anchor="ctr"/>
          <a:lstStyle/>
          <a:p>
            <a:pPr marL="0" indent="0">
              <a:buNone/>
            </a:pPr>
            <a:r>
              <a:rPr lang="en-US" sz="32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0"/>
              </a:rPr>
              <a:t>为什么需要数据增强</a:t>
            </a:r>
            <a:endParaRPr lang="en-US" sz="32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4" name="Shape 2"/>
          <p:cNvSpPr/>
          <p:nvPr/>
        </p:nvSpPr>
        <p:spPr>
          <a:xfrm>
            <a:off x="755904" y="1194816"/>
            <a:ext cx="2682240" cy="60960"/>
          </a:xfrm>
          <a:prstGeom prst="rect">
            <a:avLst/>
          </a:prstGeom>
          <a:solidFill>
            <a:srgbClr val="E67E22"/>
          </a:solidFill>
        </p:spPr>
      </p:sp>
      <p:sp>
        <p:nvSpPr>
          <p:cNvPr id="5" name="Text 3"/>
          <p:cNvSpPr/>
          <p:nvPr/>
        </p:nvSpPr>
        <p:spPr>
          <a:xfrm>
            <a:off x="853440" y="1524000"/>
            <a:ext cx="10485120" cy="731520"/>
          </a:xfrm>
          <a:prstGeom prst="rect">
            <a:avLst/>
          </a:prstGeom>
          <a:noFill/>
        </p:spPr>
        <p:txBody>
          <a:bodyPr wrap="square" rtlCol="0" anchor="t"/>
          <a:lstStyle/>
          <a:p>
            <a:pPr marL="0" indent="0">
              <a:lnSpc>
                <a:spcPct val="115000"/>
              </a:lnSpc>
              <a:buNone/>
            </a:pPr>
            <a:r>
              <a:rPr lang="en-US" sz="2265"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rPr>
              <a:t>训练集只有 10 万张、每类 500 张，直接训练很容易过拟合。</a:t>
            </a:r>
            <a:endParaRPr lang="en-US" sz="2265" dirty="0"/>
          </a:p>
        </p:txBody>
      </p:sp>
      <p:sp>
        <p:nvSpPr>
          <p:cNvPr id="6" name="Text 4"/>
          <p:cNvSpPr/>
          <p:nvPr/>
        </p:nvSpPr>
        <p:spPr>
          <a:xfrm>
            <a:off x="853440" y="2377440"/>
            <a:ext cx="10485120" cy="975360"/>
          </a:xfrm>
          <a:prstGeom prst="rect">
            <a:avLst/>
          </a:prstGeom>
          <a:noFill/>
        </p:spPr>
        <p:txBody>
          <a:bodyPr wrap="square" rtlCol="0" anchor="t"/>
          <a:lstStyle/>
          <a:p>
            <a:pPr marL="0" indent="0">
              <a:lnSpc>
                <a:spcPct val="115000"/>
              </a:lnSpc>
              <a:buNone/>
            </a:pPr>
            <a:r>
              <a:rPr lang="en-US" sz="2265"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rPr>
              <a:t>数据增强 = 在训练时对同一张图做随机变换，让模型每次看到“不同但语义相同”的样本。</a:t>
            </a:r>
            <a:endParaRPr lang="en-US" sz="2265" dirty="0"/>
          </a:p>
        </p:txBody>
      </p:sp>
      <p:sp>
        <p:nvSpPr>
          <p:cNvPr id="7" name="Text 5"/>
          <p:cNvSpPr/>
          <p:nvPr/>
        </p:nvSpPr>
        <p:spPr>
          <a:xfrm>
            <a:off x="853440" y="3535680"/>
            <a:ext cx="10485120" cy="609600"/>
          </a:xfrm>
          <a:prstGeom prst="rect">
            <a:avLst/>
          </a:prstGeom>
          <a:noFill/>
        </p:spPr>
        <p:txBody>
          <a:bodyPr wrap="square" rtlCol="0" anchor="t"/>
          <a:lstStyle/>
          <a:p>
            <a:pPr marL="0" indent="0">
              <a:lnSpc>
                <a:spcPct val="115000"/>
              </a:lnSpc>
              <a:buNone/>
            </a:pPr>
            <a:r>
              <a:rPr lang="en-US" sz="2400" b="1" dirty="0">
                <a:solidFill>
                  <a:srgbClr val="1F4E79"/>
                </a:solidFill>
                <a:latin typeface="微软雅黑" panose="020B0503020204020204" pitchFamily="34" charset="-122"/>
                <a:ea typeface="微软雅黑" panose="020B0503020204020204" pitchFamily="34" charset="-122"/>
                <a:cs typeface="微软雅黑" panose="020B0503020204020204" pitchFamily="34" charset="-120"/>
              </a:rPr>
              <a:t>效果：</a:t>
            </a:r>
            <a:endParaRPr lang="en-US" sz="2400" dirty="0"/>
          </a:p>
        </p:txBody>
      </p:sp>
      <p:sp>
        <p:nvSpPr>
          <p:cNvPr id="8" name="Text 6"/>
          <p:cNvSpPr/>
          <p:nvPr/>
        </p:nvSpPr>
        <p:spPr>
          <a:xfrm>
            <a:off x="853440" y="4206240"/>
            <a:ext cx="10485120" cy="609600"/>
          </a:xfrm>
          <a:prstGeom prst="rect">
            <a:avLst/>
          </a:prstGeom>
          <a:noFill/>
        </p:spPr>
        <p:txBody>
          <a:bodyPr wrap="square" rtlCol="0" anchor="t"/>
          <a:lstStyle/>
          <a:p>
            <a:pPr marL="0" indent="0">
              <a:lnSpc>
                <a:spcPct val="115000"/>
              </a:lnSpc>
              <a:buNone/>
            </a:pPr>
            <a:r>
              <a:rPr lang="en-US" sz="2135"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rPr>
              <a:t>1. 等价于扩大了训练数据规模</a:t>
            </a:r>
            <a:endParaRPr lang="en-US" sz="2135" dirty="0"/>
          </a:p>
        </p:txBody>
      </p:sp>
      <p:sp>
        <p:nvSpPr>
          <p:cNvPr id="9" name="Text 7"/>
          <p:cNvSpPr/>
          <p:nvPr/>
        </p:nvSpPr>
        <p:spPr>
          <a:xfrm>
            <a:off x="853440" y="4876800"/>
            <a:ext cx="10485120" cy="609600"/>
          </a:xfrm>
          <a:prstGeom prst="rect">
            <a:avLst/>
          </a:prstGeom>
          <a:noFill/>
        </p:spPr>
        <p:txBody>
          <a:bodyPr wrap="square" rtlCol="0" anchor="t"/>
          <a:lstStyle/>
          <a:p>
            <a:pPr marL="0" indent="0">
              <a:lnSpc>
                <a:spcPct val="115000"/>
              </a:lnSpc>
              <a:buNone/>
            </a:pPr>
            <a:r>
              <a:rPr lang="en-US" sz="2135"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rPr>
              <a:t>2. 让模型对位置、尺度、颜色变化更鲁棒</a:t>
            </a:r>
            <a:endParaRPr lang="en-US" sz="2135" dirty="0"/>
          </a:p>
        </p:txBody>
      </p:sp>
      <p:sp>
        <p:nvSpPr>
          <p:cNvPr id="10" name="Text 8"/>
          <p:cNvSpPr/>
          <p:nvPr/>
        </p:nvSpPr>
        <p:spPr>
          <a:xfrm>
            <a:off x="853440" y="5547360"/>
            <a:ext cx="10485120" cy="609600"/>
          </a:xfrm>
          <a:prstGeom prst="rect">
            <a:avLst/>
          </a:prstGeom>
          <a:noFill/>
        </p:spPr>
        <p:txBody>
          <a:bodyPr wrap="square" rtlCol="0" anchor="t"/>
          <a:lstStyle/>
          <a:p>
            <a:pPr marL="0" indent="0">
              <a:lnSpc>
                <a:spcPct val="115000"/>
              </a:lnSpc>
              <a:buNone/>
            </a:pPr>
            <a:r>
              <a:rPr lang="en-US" sz="2135"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rPr>
              <a:t>3. 抑制过拟合，提升验证集准确率</a:t>
            </a:r>
            <a:endParaRPr lang="en-US" sz="2135"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146304"/>
          </a:xfrm>
          <a:prstGeom prst="rect">
            <a:avLst/>
          </a:prstGeom>
          <a:solidFill>
            <a:srgbClr val="E67E22"/>
          </a:solidFill>
        </p:spPr>
      </p:sp>
      <p:sp>
        <p:nvSpPr>
          <p:cNvPr id="3" name="Text 1"/>
          <p:cNvSpPr/>
          <p:nvPr/>
        </p:nvSpPr>
        <p:spPr>
          <a:xfrm>
            <a:off x="731520" y="304800"/>
            <a:ext cx="10728960" cy="853440"/>
          </a:xfrm>
          <a:prstGeom prst="rect">
            <a:avLst/>
          </a:prstGeom>
          <a:noFill/>
        </p:spPr>
        <p:txBody>
          <a:bodyPr wrap="square" rtlCol="0" anchor="ctr"/>
          <a:lstStyle/>
          <a:p>
            <a:pPr marL="0" indent="0">
              <a:buNone/>
            </a:pPr>
            <a:r>
              <a:rPr lang="en-US" sz="32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0"/>
              </a:rPr>
              <a:t>训练预处理 Pipeline 总览</a:t>
            </a:r>
            <a:endParaRPr lang="en-US" sz="32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4" name="Shape 2"/>
          <p:cNvSpPr/>
          <p:nvPr/>
        </p:nvSpPr>
        <p:spPr>
          <a:xfrm>
            <a:off x="755904" y="1194816"/>
            <a:ext cx="2682240" cy="60960"/>
          </a:xfrm>
          <a:prstGeom prst="rect">
            <a:avLst/>
          </a:prstGeom>
          <a:solidFill>
            <a:srgbClr val="E67E22"/>
          </a:solidFill>
        </p:spPr>
      </p:sp>
      <p:sp>
        <p:nvSpPr>
          <p:cNvPr id="5" name="Shape 3"/>
          <p:cNvSpPr/>
          <p:nvPr/>
        </p:nvSpPr>
        <p:spPr>
          <a:xfrm>
            <a:off x="731520" y="2194560"/>
            <a:ext cx="1706880" cy="1219200"/>
          </a:xfrm>
          <a:prstGeom prst="roundRect">
            <a:avLst>
              <a:gd name="adj" fmla="val 8000"/>
            </a:avLst>
          </a:prstGeom>
          <a:solidFill>
            <a:srgbClr val="7F8C8D"/>
          </a:solidFill>
          <a:ln w="12700">
            <a:solidFill>
              <a:srgbClr val="FFFFFF"/>
            </a:solidFill>
            <a:prstDash val="solid"/>
          </a:ln>
        </p:spPr>
      </p:sp>
      <p:sp>
        <p:nvSpPr>
          <p:cNvPr id="6" name="Text 4"/>
          <p:cNvSpPr/>
          <p:nvPr/>
        </p:nvSpPr>
        <p:spPr>
          <a:xfrm>
            <a:off x="792480" y="2194560"/>
            <a:ext cx="1584960" cy="1219200"/>
          </a:xfrm>
          <a:prstGeom prst="rect">
            <a:avLst/>
          </a:prstGeom>
          <a:noFill/>
        </p:spPr>
        <p:txBody>
          <a:bodyPr wrap="square" rtlCol="0" anchor="ctr"/>
          <a:lstStyle/>
          <a:p>
            <a:pPr marL="0" indent="0" algn="ctr">
              <a:buNone/>
            </a:pPr>
            <a:r>
              <a:rPr lang="en-US" sz="1865"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原图</a:t>
            </a:r>
            <a:endParaRPr lang="en-US" sz="1865" dirty="0"/>
          </a:p>
          <a:p>
            <a:pPr marL="0" indent="0" algn="ctr">
              <a:buNone/>
            </a:pPr>
            <a:r>
              <a:rPr lang="en-US" sz="1865"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64×64</a:t>
            </a:r>
            <a:endParaRPr lang="en-US" sz="1865" dirty="0"/>
          </a:p>
        </p:txBody>
      </p:sp>
      <p:sp>
        <p:nvSpPr>
          <p:cNvPr id="7" name="Shape 5"/>
          <p:cNvSpPr/>
          <p:nvPr/>
        </p:nvSpPr>
        <p:spPr>
          <a:xfrm>
            <a:off x="2499360" y="2804160"/>
            <a:ext cx="609600" cy="0"/>
          </a:xfrm>
          <a:prstGeom prst="line">
            <a:avLst/>
          </a:prstGeom>
          <a:noFill/>
          <a:ln w="31750">
            <a:solidFill>
              <a:srgbClr val="1F4E79"/>
            </a:solidFill>
            <a:prstDash val="solid"/>
            <a:tailEnd type="triangle"/>
          </a:ln>
        </p:spPr>
      </p:sp>
      <p:sp>
        <p:nvSpPr>
          <p:cNvPr id="8" name="Shape 6"/>
          <p:cNvSpPr/>
          <p:nvPr/>
        </p:nvSpPr>
        <p:spPr>
          <a:xfrm>
            <a:off x="3169920" y="2194560"/>
            <a:ext cx="2438400" cy="1219200"/>
          </a:xfrm>
          <a:prstGeom prst="roundRect">
            <a:avLst>
              <a:gd name="adj" fmla="val 8000"/>
            </a:avLst>
          </a:prstGeom>
          <a:solidFill>
            <a:srgbClr val="E67E22"/>
          </a:solidFill>
          <a:ln w="12700">
            <a:solidFill>
              <a:srgbClr val="FFFFFF"/>
            </a:solidFill>
            <a:prstDash val="solid"/>
          </a:ln>
        </p:spPr>
      </p:sp>
      <p:sp>
        <p:nvSpPr>
          <p:cNvPr id="9" name="Text 7"/>
          <p:cNvSpPr/>
          <p:nvPr/>
        </p:nvSpPr>
        <p:spPr>
          <a:xfrm>
            <a:off x="3230880" y="2194560"/>
            <a:ext cx="2316480" cy="1219200"/>
          </a:xfrm>
          <a:prstGeom prst="rect">
            <a:avLst/>
          </a:prstGeom>
          <a:noFill/>
        </p:spPr>
        <p:txBody>
          <a:bodyPr wrap="square" rtlCol="0" anchor="ctr"/>
          <a:lstStyle/>
          <a:p>
            <a:pPr marL="0" indent="0" algn="ctr">
              <a:buNone/>
            </a:pPr>
            <a:r>
              <a:rPr lang="en-US" sz="1735"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RandomResizedCrop</a:t>
            </a:r>
            <a:endParaRPr lang="en-US" sz="1735" dirty="0"/>
          </a:p>
          <a:p>
            <a:pPr marL="0" indent="0" algn="ctr">
              <a:buNone/>
            </a:pPr>
            <a:r>
              <a:rPr lang="en-US" sz="1735"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随机裁剪后缩放 224</a:t>
            </a:r>
            <a:endParaRPr lang="en-US" sz="1735" dirty="0"/>
          </a:p>
        </p:txBody>
      </p:sp>
      <p:sp>
        <p:nvSpPr>
          <p:cNvPr id="10" name="Shape 8"/>
          <p:cNvSpPr/>
          <p:nvPr/>
        </p:nvSpPr>
        <p:spPr>
          <a:xfrm>
            <a:off x="5669280" y="2804160"/>
            <a:ext cx="609600" cy="0"/>
          </a:xfrm>
          <a:prstGeom prst="line">
            <a:avLst/>
          </a:prstGeom>
          <a:noFill/>
          <a:ln w="31750">
            <a:solidFill>
              <a:srgbClr val="1F4E79"/>
            </a:solidFill>
            <a:prstDash val="solid"/>
            <a:tailEnd type="triangle"/>
          </a:ln>
        </p:spPr>
      </p:sp>
      <p:sp>
        <p:nvSpPr>
          <p:cNvPr id="11" name="Shape 9"/>
          <p:cNvSpPr/>
          <p:nvPr/>
        </p:nvSpPr>
        <p:spPr>
          <a:xfrm>
            <a:off x="6339840" y="2194560"/>
            <a:ext cx="2072640" cy="1219200"/>
          </a:xfrm>
          <a:prstGeom prst="roundRect">
            <a:avLst>
              <a:gd name="adj" fmla="val 8000"/>
            </a:avLst>
          </a:prstGeom>
          <a:solidFill>
            <a:srgbClr val="27AE60"/>
          </a:solidFill>
          <a:ln w="12700">
            <a:solidFill>
              <a:srgbClr val="FFFFFF"/>
            </a:solidFill>
            <a:prstDash val="solid"/>
          </a:ln>
        </p:spPr>
      </p:sp>
      <p:sp>
        <p:nvSpPr>
          <p:cNvPr id="12" name="Text 10"/>
          <p:cNvSpPr/>
          <p:nvPr/>
        </p:nvSpPr>
        <p:spPr>
          <a:xfrm>
            <a:off x="6400800" y="2194560"/>
            <a:ext cx="1950720" cy="1219200"/>
          </a:xfrm>
          <a:prstGeom prst="rect">
            <a:avLst/>
          </a:prstGeom>
          <a:noFill/>
        </p:spPr>
        <p:txBody>
          <a:bodyPr wrap="square" rtlCol="0" anchor="ctr"/>
          <a:lstStyle/>
          <a:p>
            <a:pPr marL="0" indent="0" algn="ctr">
              <a:buNone/>
            </a:pPr>
            <a:r>
              <a:rPr lang="en-US" sz="1735"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RandAugment</a:t>
            </a:r>
            <a:endParaRPr lang="en-US" sz="1735" dirty="0"/>
          </a:p>
          <a:p>
            <a:pPr marL="0" indent="0" algn="ctr">
              <a:buNone/>
            </a:pPr>
            <a:r>
              <a:rPr lang="en-US" sz="1735"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自动增强</a:t>
            </a:r>
            <a:endParaRPr lang="en-US" sz="1735" dirty="0"/>
          </a:p>
        </p:txBody>
      </p:sp>
      <p:sp>
        <p:nvSpPr>
          <p:cNvPr id="13" name="Shape 11"/>
          <p:cNvSpPr/>
          <p:nvPr/>
        </p:nvSpPr>
        <p:spPr>
          <a:xfrm>
            <a:off x="8473440" y="2804160"/>
            <a:ext cx="609600" cy="0"/>
          </a:xfrm>
          <a:prstGeom prst="line">
            <a:avLst/>
          </a:prstGeom>
          <a:noFill/>
          <a:ln w="31750">
            <a:solidFill>
              <a:srgbClr val="1F4E79"/>
            </a:solidFill>
            <a:prstDash val="solid"/>
            <a:tailEnd type="triangle"/>
          </a:ln>
        </p:spPr>
      </p:sp>
      <p:sp>
        <p:nvSpPr>
          <p:cNvPr id="14" name="Shape 12"/>
          <p:cNvSpPr/>
          <p:nvPr/>
        </p:nvSpPr>
        <p:spPr>
          <a:xfrm>
            <a:off x="9144000" y="2194560"/>
            <a:ext cx="1706880" cy="1219200"/>
          </a:xfrm>
          <a:prstGeom prst="roundRect">
            <a:avLst>
              <a:gd name="adj" fmla="val 8000"/>
            </a:avLst>
          </a:prstGeom>
          <a:solidFill>
            <a:srgbClr val="8E44AD"/>
          </a:solidFill>
          <a:ln w="12700">
            <a:solidFill>
              <a:srgbClr val="FFFFFF"/>
            </a:solidFill>
            <a:prstDash val="solid"/>
          </a:ln>
        </p:spPr>
      </p:sp>
      <p:sp>
        <p:nvSpPr>
          <p:cNvPr id="15" name="Text 13"/>
          <p:cNvSpPr/>
          <p:nvPr/>
        </p:nvSpPr>
        <p:spPr>
          <a:xfrm>
            <a:off x="9204960" y="2194560"/>
            <a:ext cx="1584960" cy="1219200"/>
          </a:xfrm>
          <a:prstGeom prst="rect">
            <a:avLst/>
          </a:prstGeom>
          <a:noFill/>
        </p:spPr>
        <p:txBody>
          <a:bodyPr wrap="square" rtlCol="0" anchor="ctr"/>
          <a:lstStyle/>
          <a:p>
            <a:pPr marL="0" indent="0" algn="ctr">
              <a:buNone/>
            </a:pPr>
            <a:r>
              <a:rPr lang="en-US" sz="16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Flip + Erase</a:t>
            </a:r>
            <a:endParaRPr lang="en-US" sz="1600" dirty="0"/>
          </a:p>
          <a:p>
            <a:pPr marL="0" indent="0" algn="ctr">
              <a:buNone/>
            </a:pPr>
            <a:r>
              <a:rPr lang="en-US" sz="16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 Normalize</a:t>
            </a:r>
            <a:endParaRPr lang="en-US" sz="1600" dirty="0"/>
          </a:p>
        </p:txBody>
      </p:sp>
      <p:sp>
        <p:nvSpPr>
          <p:cNvPr id="16" name="Text 14"/>
          <p:cNvSpPr/>
          <p:nvPr/>
        </p:nvSpPr>
        <p:spPr>
          <a:xfrm>
            <a:off x="853440" y="3840480"/>
            <a:ext cx="10485120" cy="975360"/>
          </a:xfrm>
          <a:prstGeom prst="rect">
            <a:avLst/>
          </a:prstGeom>
          <a:noFill/>
        </p:spPr>
        <p:txBody>
          <a:bodyPr wrap="square" rtlCol="0" anchor="t"/>
          <a:lstStyle/>
          <a:p>
            <a:pPr marL="0" indent="0">
              <a:lnSpc>
                <a:spcPct val="115000"/>
              </a:lnSpc>
              <a:buNone/>
            </a:pPr>
            <a:r>
              <a:rPr lang="en-US" sz="2000"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rPr>
              <a:t>训练集：RandomResizedCrop → RandAugment → HorizontalFlip → ToTensor → Normalize → RandomErasing</a:t>
            </a:r>
            <a:endParaRPr lang="en-US" sz="2000" dirty="0"/>
          </a:p>
        </p:txBody>
      </p:sp>
      <p:sp>
        <p:nvSpPr>
          <p:cNvPr id="17" name="Text 15"/>
          <p:cNvSpPr/>
          <p:nvPr/>
        </p:nvSpPr>
        <p:spPr>
          <a:xfrm>
            <a:off x="853440" y="5059680"/>
            <a:ext cx="10485120" cy="731520"/>
          </a:xfrm>
          <a:prstGeom prst="rect">
            <a:avLst/>
          </a:prstGeom>
          <a:noFill/>
        </p:spPr>
        <p:txBody>
          <a:bodyPr wrap="square" rtlCol="0" anchor="t"/>
          <a:lstStyle/>
          <a:p>
            <a:pPr marL="0" algn="l">
              <a:lnSpc>
                <a:spcPct val="115000"/>
              </a:lnSpc>
              <a:buClrTx/>
              <a:buSzTx/>
              <a:buFontTx/>
              <a:buNone/>
            </a:pPr>
            <a:r>
              <a:rPr lang="zh-CN" altLang="en-US" sz="2400" b="1" dirty="0">
                <a:solidFill>
                  <a:srgbClr val="C7000B"/>
                </a:solidFill>
                <a:latin typeface="Arial" panose="020B0604020202020204" pitchFamily="34" charset="0"/>
                <a:ea typeface="微软雅黑" panose="020B0503020204020204" pitchFamily="34" charset="-122"/>
                <a:cs typeface="Arial" panose="020B0604020202020204" pitchFamily="34" charset="0"/>
              </a:rPr>
              <a:t>验证集不增强：只 Resize → CenterCrop → Normalize。</a:t>
            </a:r>
            <a:endParaRPr lang="zh-CN" altLang="en-US" sz="2400" b="1" dirty="0">
              <a:solidFill>
                <a:srgbClr val="C7000B"/>
              </a:solidFill>
              <a:latin typeface="Arial" panose="020B0604020202020204" pitchFamily="34" charset="0"/>
              <a:ea typeface="微软雅黑" panose="020B0503020204020204" pitchFamily="34" charset="-122"/>
              <a:cs typeface="Arial" panose="020B0604020202020204" pitchFamily="3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146304"/>
          </a:xfrm>
          <a:prstGeom prst="rect">
            <a:avLst/>
          </a:prstGeom>
          <a:solidFill>
            <a:srgbClr val="E67E22"/>
          </a:solidFill>
        </p:spPr>
      </p:sp>
      <p:sp>
        <p:nvSpPr>
          <p:cNvPr id="3" name="Text 1"/>
          <p:cNvSpPr/>
          <p:nvPr/>
        </p:nvSpPr>
        <p:spPr>
          <a:xfrm>
            <a:off x="731520" y="304800"/>
            <a:ext cx="10728960" cy="853440"/>
          </a:xfrm>
          <a:prstGeom prst="rect">
            <a:avLst/>
          </a:prstGeom>
          <a:noFill/>
        </p:spPr>
        <p:txBody>
          <a:bodyPr wrap="square" rtlCol="0" anchor="ctr"/>
          <a:lstStyle/>
          <a:p>
            <a:pPr marL="0" indent="0">
              <a:buNone/>
            </a:pPr>
            <a:r>
              <a:rPr lang="en-US" sz="32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0"/>
              </a:rPr>
              <a:t>RandomResizedCrop：随机裁剪，再缩放回固定尺寸</a:t>
            </a:r>
            <a:endParaRPr lang="en-US" sz="32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4" name="Shape 2"/>
          <p:cNvSpPr/>
          <p:nvPr/>
        </p:nvSpPr>
        <p:spPr>
          <a:xfrm>
            <a:off x="755904" y="1194816"/>
            <a:ext cx="2682240" cy="60960"/>
          </a:xfrm>
          <a:prstGeom prst="rect">
            <a:avLst/>
          </a:prstGeom>
          <a:solidFill>
            <a:srgbClr val="E67E22"/>
          </a:solidFill>
        </p:spPr>
      </p:sp>
      <p:sp>
        <p:nvSpPr>
          <p:cNvPr id="5" name="Text 3"/>
          <p:cNvSpPr/>
          <p:nvPr/>
        </p:nvSpPr>
        <p:spPr>
          <a:xfrm>
            <a:off x="853440" y="1463040"/>
            <a:ext cx="10485120" cy="731520"/>
          </a:xfrm>
          <a:prstGeom prst="rect">
            <a:avLst/>
          </a:prstGeom>
          <a:noFill/>
        </p:spPr>
        <p:txBody>
          <a:bodyPr wrap="square" rtlCol="0" anchor="t"/>
          <a:lstStyle/>
          <a:p>
            <a:pPr marL="0" indent="0">
              <a:lnSpc>
                <a:spcPct val="115000"/>
              </a:lnSpc>
              <a:buNone/>
            </a:pPr>
            <a:r>
              <a:rPr lang="en-US" sz="2265"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rPr>
              <a:t>每一步随机选一个裁剪框，再把裁剪结果缩放成 224×224。</a:t>
            </a:r>
            <a:endParaRPr lang="en-US" sz="2265" dirty="0"/>
          </a:p>
        </p:txBody>
      </p:sp>
      <p:sp>
        <p:nvSpPr>
          <p:cNvPr id="6" name="Shape 4"/>
          <p:cNvSpPr/>
          <p:nvPr/>
        </p:nvSpPr>
        <p:spPr>
          <a:xfrm>
            <a:off x="975360" y="2438400"/>
            <a:ext cx="1950720" cy="1706880"/>
          </a:xfrm>
          <a:prstGeom prst="roundRect">
            <a:avLst>
              <a:gd name="adj" fmla="val 5714"/>
            </a:avLst>
          </a:prstGeom>
          <a:solidFill>
            <a:srgbClr val="7F8C8D"/>
          </a:solidFill>
          <a:ln w="12700">
            <a:solidFill>
              <a:srgbClr val="FFFFFF"/>
            </a:solidFill>
            <a:prstDash val="solid"/>
          </a:ln>
        </p:spPr>
      </p:sp>
      <p:sp>
        <p:nvSpPr>
          <p:cNvPr id="7" name="Text 5"/>
          <p:cNvSpPr/>
          <p:nvPr/>
        </p:nvSpPr>
        <p:spPr>
          <a:xfrm>
            <a:off x="1036320" y="2438400"/>
            <a:ext cx="1828800" cy="1706880"/>
          </a:xfrm>
          <a:prstGeom prst="rect">
            <a:avLst/>
          </a:prstGeom>
          <a:noFill/>
        </p:spPr>
        <p:txBody>
          <a:bodyPr wrap="square" rtlCol="0" anchor="ctr"/>
          <a:lstStyle/>
          <a:p>
            <a:pPr marL="0" indent="0" algn="ctr">
              <a:buNone/>
            </a:pPr>
            <a:r>
              <a:rPr lang="en-US" sz="1865"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原图</a:t>
            </a:r>
            <a:endParaRPr lang="en-US" sz="1865" dirty="0"/>
          </a:p>
          <a:p>
            <a:pPr marL="0" indent="0" algn="ctr">
              <a:buNone/>
            </a:pPr>
            <a:r>
              <a:rPr lang="en-US" sz="1865"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64×64</a:t>
            </a:r>
            <a:endParaRPr lang="en-US" sz="1865" dirty="0"/>
          </a:p>
        </p:txBody>
      </p:sp>
      <p:sp>
        <p:nvSpPr>
          <p:cNvPr id="8" name="Shape 6"/>
          <p:cNvSpPr/>
          <p:nvPr/>
        </p:nvSpPr>
        <p:spPr>
          <a:xfrm>
            <a:off x="3535680" y="2438400"/>
            <a:ext cx="1950720" cy="1706880"/>
          </a:xfrm>
          <a:prstGeom prst="roundRect">
            <a:avLst>
              <a:gd name="adj" fmla="val 5714"/>
            </a:avLst>
          </a:prstGeom>
          <a:solidFill>
            <a:srgbClr val="E67E22"/>
          </a:solidFill>
          <a:ln w="12700">
            <a:solidFill>
              <a:srgbClr val="FFFFFF"/>
            </a:solidFill>
            <a:prstDash val="solid"/>
          </a:ln>
        </p:spPr>
      </p:sp>
      <p:sp>
        <p:nvSpPr>
          <p:cNvPr id="9" name="Text 7"/>
          <p:cNvSpPr/>
          <p:nvPr/>
        </p:nvSpPr>
        <p:spPr>
          <a:xfrm>
            <a:off x="3596640" y="2438400"/>
            <a:ext cx="1828800" cy="1706880"/>
          </a:xfrm>
          <a:prstGeom prst="rect">
            <a:avLst/>
          </a:prstGeom>
          <a:noFill/>
        </p:spPr>
        <p:txBody>
          <a:bodyPr wrap="square" rtlCol="0" anchor="ctr"/>
          <a:lstStyle/>
          <a:p>
            <a:pPr marL="0" indent="0" algn="ctr">
              <a:buNone/>
            </a:pPr>
            <a:r>
              <a:rPr lang="en-US" sz="1735"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随机区域</a:t>
            </a:r>
            <a:endParaRPr lang="en-US" sz="1735" dirty="0"/>
          </a:p>
          <a:p>
            <a:pPr marL="0" indent="0" algn="ctr">
              <a:buNone/>
            </a:pPr>
            <a:r>
              <a:rPr lang="en-US" sz="1735"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不同大小和比例</a:t>
            </a:r>
            <a:endParaRPr lang="en-US" sz="1735" dirty="0"/>
          </a:p>
        </p:txBody>
      </p:sp>
      <p:sp>
        <p:nvSpPr>
          <p:cNvPr id="10" name="Shape 8"/>
          <p:cNvSpPr/>
          <p:nvPr/>
        </p:nvSpPr>
        <p:spPr>
          <a:xfrm>
            <a:off x="5608320" y="3291840"/>
            <a:ext cx="731520" cy="0"/>
          </a:xfrm>
          <a:prstGeom prst="line">
            <a:avLst/>
          </a:prstGeom>
          <a:noFill/>
          <a:ln w="31750">
            <a:solidFill>
              <a:srgbClr val="1F4E79"/>
            </a:solidFill>
            <a:prstDash val="solid"/>
            <a:tailEnd type="triangle"/>
          </a:ln>
        </p:spPr>
      </p:sp>
      <p:sp>
        <p:nvSpPr>
          <p:cNvPr id="11" name="Shape 9"/>
          <p:cNvSpPr/>
          <p:nvPr/>
        </p:nvSpPr>
        <p:spPr>
          <a:xfrm>
            <a:off x="6461760" y="2438400"/>
            <a:ext cx="1950720" cy="1706880"/>
          </a:xfrm>
          <a:prstGeom prst="roundRect">
            <a:avLst>
              <a:gd name="adj" fmla="val 5714"/>
            </a:avLst>
          </a:prstGeom>
          <a:solidFill>
            <a:srgbClr val="2E86AB"/>
          </a:solidFill>
          <a:ln w="12700">
            <a:solidFill>
              <a:srgbClr val="FFFFFF"/>
            </a:solidFill>
            <a:prstDash val="solid"/>
          </a:ln>
        </p:spPr>
      </p:sp>
      <p:sp>
        <p:nvSpPr>
          <p:cNvPr id="12" name="Text 10"/>
          <p:cNvSpPr/>
          <p:nvPr/>
        </p:nvSpPr>
        <p:spPr>
          <a:xfrm>
            <a:off x="6522720" y="2438400"/>
            <a:ext cx="1828800" cy="1706880"/>
          </a:xfrm>
          <a:prstGeom prst="rect">
            <a:avLst/>
          </a:prstGeom>
          <a:noFill/>
        </p:spPr>
        <p:txBody>
          <a:bodyPr wrap="square" rtlCol="0" anchor="ctr"/>
          <a:lstStyle/>
          <a:p>
            <a:pPr marL="0" indent="0" algn="ctr">
              <a:buNone/>
            </a:pPr>
            <a:r>
              <a:rPr lang="en-US" sz="1865"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Resize</a:t>
            </a:r>
            <a:endParaRPr lang="en-US" sz="1865" dirty="0"/>
          </a:p>
          <a:p>
            <a:pPr marL="0" indent="0" algn="ctr">
              <a:buNone/>
            </a:pPr>
            <a:r>
              <a:rPr lang="en-US" sz="1865"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224×224</a:t>
            </a:r>
            <a:endParaRPr lang="en-US" sz="1865" dirty="0"/>
          </a:p>
        </p:txBody>
      </p:sp>
      <p:sp>
        <p:nvSpPr>
          <p:cNvPr id="13" name="Text 11"/>
          <p:cNvSpPr/>
          <p:nvPr/>
        </p:nvSpPr>
        <p:spPr>
          <a:xfrm>
            <a:off x="853440" y="4572000"/>
            <a:ext cx="10485120" cy="609600"/>
          </a:xfrm>
          <a:prstGeom prst="rect">
            <a:avLst/>
          </a:prstGeom>
          <a:noFill/>
        </p:spPr>
        <p:txBody>
          <a:bodyPr wrap="square" rtlCol="0" anchor="t"/>
          <a:lstStyle/>
          <a:p>
            <a:pPr marL="0" indent="0">
              <a:lnSpc>
                <a:spcPct val="115000"/>
              </a:lnSpc>
              <a:buNone/>
            </a:pPr>
            <a:r>
              <a:rPr lang="en-US" sz="2400" b="1" dirty="0">
                <a:solidFill>
                  <a:srgbClr val="1F4E79"/>
                </a:solidFill>
                <a:latin typeface="微软雅黑" panose="020B0503020204020204" pitchFamily="34" charset="-122"/>
                <a:ea typeface="微软雅黑" panose="020B0503020204020204" pitchFamily="34" charset="-122"/>
                <a:cs typeface="微软雅黑" panose="020B0503020204020204" pitchFamily="34" charset="-120"/>
              </a:rPr>
              <a:t>作用：</a:t>
            </a:r>
            <a:endParaRPr lang="en-US" sz="2400" dirty="0"/>
          </a:p>
        </p:txBody>
      </p:sp>
      <p:sp>
        <p:nvSpPr>
          <p:cNvPr id="14" name="Text 12"/>
          <p:cNvSpPr/>
          <p:nvPr/>
        </p:nvSpPr>
        <p:spPr>
          <a:xfrm>
            <a:off x="853440" y="5303520"/>
            <a:ext cx="10485120" cy="731520"/>
          </a:xfrm>
          <a:prstGeom prst="rect">
            <a:avLst/>
          </a:prstGeom>
          <a:noFill/>
        </p:spPr>
        <p:txBody>
          <a:bodyPr wrap="square" rtlCol="0" anchor="t"/>
          <a:lstStyle/>
          <a:p>
            <a:pPr marL="0" indent="0">
              <a:lnSpc>
                <a:spcPct val="115000"/>
              </a:lnSpc>
              <a:buNone/>
            </a:pPr>
            <a:r>
              <a:rPr lang="en-US" sz="2135"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rPr>
              <a:t>让模型学习“目标出现在不同位置、不同大小”的情况，对尺度变化更鲁棒。</a:t>
            </a:r>
            <a:endParaRPr lang="en-US" sz="2135" dirty="0"/>
          </a:p>
        </p:txBody>
      </p:sp>
      <p:sp>
        <p:nvSpPr>
          <p:cNvPr id="15" name="Shape 8"/>
          <p:cNvSpPr/>
          <p:nvPr/>
        </p:nvSpPr>
        <p:spPr>
          <a:xfrm>
            <a:off x="2865120" y="3291840"/>
            <a:ext cx="731520" cy="0"/>
          </a:xfrm>
          <a:prstGeom prst="line">
            <a:avLst/>
          </a:prstGeom>
          <a:noFill/>
          <a:ln w="31750">
            <a:solidFill>
              <a:srgbClr val="1F4E79"/>
            </a:solidFill>
            <a:prstDash val="solid"/>
            <a:tailEnd type="triangle"/>
          </a:ln>
        </p:spPr>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146304"/>
          </a:xfrm>
          <a:prstGeom prst="rect">
            <a:avLst/>
          </a:prstGeom>
          <a:solidFill>
            <a:srgbClr val="E67E22"/>
          </a:solidFill>
        </p:spPr>
      </p:sp>
      <p:sp>
        <p:nvSpPr>
          <p:cNvPr id="3" name="Text 1"/>
          <p:cNvSpPr/>
          <p:nvPr/>
        </p:nvSpPr>
        <p:spPr>
          <a:xfrm>
            <a:off x="731520" y="304800"/>
            <a:ext cx="10728960" cy="853440"/>
          </a:xfrm>
          <a:prstGeom prst="rect">
            <a:avLst/>
          </a:prstGeom>
          <a:noFill/>
        </p:spPr>
        <p:txBody>
          <a:bodyPr wrap="square" rtlCol="0" anchor="ctr"/>
          <a:lstStyle/>
          <a:p>
            <a:pPr marL="0" indent="0">
              <a:buNone/>
            </a:pPr>
            <a:r>
              <a:rPr lang="en-US" sz="32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0"/>
              </a:rPr>
              <a:t>RandomResizedCrop：同一张图，每次不同</a:t>
            </a:r>
            <a:endParaRPr lang="en-US" sz="32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4" name="Shape 2"/>
          <p:cNvSpPr/>
          <p:nvPr/>
        </p:nvSpPr>
        <p:spPr>
          <a:xfrm>
            <a:off x="755904" y="1194816"/>
            <a:ext cx="2682240" cy="60960"/>
          </a:xfrm>
          <a:prstGeom prst="rect">
            <a:avLst/>
          </a:prstGeom>
          <a:solidFill>
            <a:srgbClr val="E67E22"/>
          </a:solidFill>
        </p:spPr>
      </p:sp>
      <p:sp>
        <p:nvSpPr>
          <p:cNvPr id="5" name="Shape 3"/>
          <p:cNvSpPr/>
          <p:nvPr/>
        </p:nvSpPr>
        <p:spPr>
          <a:xfrm>
            <a:off x="975360" y="1950720"/>
            <a:ext cx="1950720" cy="1950720"/>
          </a:xfrm>
          <a:prstGeom prst="roundRect">
            <a:avLst>
              <a:gd name="adj" fmla="val 5000"/>
            </a:avLst>
          </a:prstGeom>
          <a:solidFill>
            <a:srgbClr val="7F8C8D"/>
          </a:solidFill>
          <a:ln w="12700">
            <a:solidFill>
              <a:srgbClr val="FFFFFF"/>
            </a:solidFill>
            <a:prstDash val="solid"/>
          </a:ln>
        </p:spPr>
      </p:sp>
      <p:sp>
        <p:nvSpPr>
          <p:cNvPr id="6" name="Text 4"/>
          <p:cNvSpPr/>
          <p:nvPr/>
        </p:nvSpPr>
        <p:spPr>
          <a:xfrm>
            <a:off x="1036320" y="1950720"/>
            <a:ext cx="1828800" cy="1950720"/>
          </a:xfrm>
          <a:prstGeom prst="rect">
            <a:avLst/>
          </a:prstGeom>
          <a:noFill/>
        </p:spPr>
        <p:txBody>
          <a:bodyPr wrap="square" rtlCol="0" anchor="ctr"/>
          <a:lstStyle/>
          <a:p>
            <a:pPr marL="0" indent="0" algn="ctr">
              <a:buNone/>
            </a:pPr>
            <a:r>
              <a:rPr lang="en-US" sz="2135"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原图</a:t>
            </a:r>
            <a:endParaRPr lang="en-US" sz="2135" dirty="0"/>
          </a:p>
        </p:txBody>
      </p:sp>
      <p:sp>
        <p:nvSpPr>
          <p:cNvPr id="7" name="Shape 5"/>
          <p:cNvSpPr/>
          <p:nvPr/>
        </p:nvSpPr>
        <p:spPr>
          <a:xfrm>
            <a:off x="3901440" y="1950720"/>
            <a:ext cx="1950720" cy="1950720"/>
          </a:xfrm>
          <a:prstGeom prst="roundRect">
            <a:avLst>
              <a:gd name="adj" fmla="val 5000"/>
            </a:avLst>
          </a:prstGeom>
          <a:solidFill>
            <a:srgbClr val="E67E22"/>
          </a:solidFill>
          <a:ln w="12700">
            <a:solidFill>
              <a:srgbClr val="FFFFFF"/>
            </a:solidFill>
            <a:prstDash val="solid"/>
          </a:ln>
        </p:spPr>
      </p:sp>
      <p:sp>
        <p:nvSpPr>
          <p:cNvPr id="8" name="Text 6"/>
          <p:cNvSpPr/>
          <p:nvPr/>
        </p:nvSpPr>
        <p:spPr>
          <a:xfrm>
            <a:off x="3962400" y="1950720"/>
            <a:ext cx="1828800" cy="1950720"/>
          </a:xfrm>
          <a:prstGeom prst="rect">
            <a:avLst/>
          </a:prstGeom>
          <a:noFill/>
        </p:spPr>
        <p:txBody>
          <a:bodyPr wrap="square" rtlCol="0" anchor="ctr"/>
          <a:lstStyle/>
          <a:p>
            <a:pPr marL="0" indent="0" algn="ctr">
              <a:buNone/>
            </a:pPr>
            <a:r>
              <a:rPr lang="en-US" sz="1865"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裁剪 1</a:t>
            </a:r>
            <a:endParaRPr lang="en-US" sz="1865" dirty="0"/>
          </a:p>
          <a:p>
            <a:pPr marL="0" indent="0" algn="ctr">
              <a:buNone/>
            </a:pPr>
            <a:r>
              <a:rPr lang="en-US" sz="1865"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大区域</a:t>
            </a:r>
            <a:endParaRPr lang="en-US" sz="1865" dirty="0"/>
          </a:p>
        </p:txBody>
      </p:sp>
      <p:sp>
        <p:nvSpPr>
          <p:cNvPr id="9" name="Shape 7"/>
          <p:cNvSpPr/>
          <p:nvPr/>
        </p:nvSpPr>
        <p:spPr>
          <a:xfrm>
            <a:off x="6583680" y="1950720"/>
            <a:ext cx="1950720" cy="1950720"/>
          </a:xfrm>
          <a:prstGeom prst="roundRect">
            <a:avLst>
              <a:gd name="adj" fmla="val 5000"/>
            </a:avLst>
          </a:prstGeom>
          <a:solidFill>
            <a:srgbClr val="E67E22"/>
          </a:solidFill>
          <a:ln w="12700">
            <a:solidFill>
              <a:srgbClr val="FFFFFF"/>
            </a:solidFill>
            <a:prstDash val="solid"/>
          </a:ln>
        </p:spPr>
      </p:sp>
      <p:sp>
        <p:nvSpPr>
          <p:cNvPr id="10" name="Text 8"/>
          <p:cNvSpPr/>
          <p:nvPr/>
        </p:nvSpPr>
        <p:spPr>
          <a:xfrm>
            <a:off x="6644640" y="1950720"/>
            <a:ext cx="1828800" cy="1950720"/>
          </a:xfrm>
          <a:prstGeom prst="rect">
            <a:avLst/>
          </a:prstGeom>
          <a:noFill/>
        </p:spPr>
        <p:txBody>
          <a:bodyPr wrap="square" rtlCol="0" anchor="ctr"/>
          <a:lstStyle/>
          <a:p>
            <a:pPr marL="0" indent="0" algn="ctr">
              <a:buNone/>
            </a:pPr>
            <a:r>
              <a:rPr lang="en-US" sz="1865"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裁剪 2</a:t>
            </a:r>
            <a:endParaRPr lang="en-US" sz="1865" dirty="0"/>
          </a:p>
          <a:p>
            <a:pPr marL="0" indent="0" algn="ctr">
              <a:buNone/>
            </a:pPr>
            <a:r>
              <a:rPr lang="en-US" sz="1865"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中区域</a:t>
            </a:r>
            <a:endParaRPr lang="en-US" sz="1865" dirty="0"/>
          </a:p>
        </p:txBody>
      </p:sp>
      <p:sp>
        <p:nvSpPr>
          <p:cNvPr id="11" name="Shape 9"/>
          <p:cNvSpPr/>
          <p:nvPr/>
        </p:nvSpPr>
        <p:spPr>
          <a:xfrm>
            <a:off x="9265920" y="1950720"/>
            <a:ext cx="1950720" cy="1950720"/>
          </a:xfrm>
          <a:prstGeom prst="roundRect">
            <a:avLst>
              <a:gd name="adj" fmla="val 5000"/>
            </a:avLst>
          </a:prstGeom>
          <a:solidFill>
            <a:srgbClr val="E67E22"/>
          </a:solidFill>
          <a:ln w="12700">
            <a:solidFill>
              <a:srgbClr val="FFFFFF"/>
            </a:solidFill>
            <a:prstDash val="solid"/>
          </a:ln>
        </p:spPr>
      </p:sp>
      <p:sp>
        <p:nvSpPr>
          <p:cNvPr id="12" name="Text 10"/>
          <p:cNvSpPr/>
          <p:nvPr/>
        </p:nvSpPr>
        <p:spPr>
          <a:xfrm>
            <a:off x="9326880" y="1950720"/>
            <a:ext cx="1828800" cy="1950720"/>
          </a:xfrm>
          <a:prstGeom prst="rect">
            <a:avLst/>
          </a:prstGeom>
          <a:noFill/>
        </p:spPr>
        <p:txBody>
          <a:bodyPr wrap="square" rtlCol="0" anchor="ctr"/>
          <a:lstStyle/>
          <a:p>
            <a:pPr marL="0" indent="0" algn="ctr">
              <a:buNone/>
            </a:pPr>
            <a:r>
              <a:rPr lang="en-US" sz="1865"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裁剪 3</a:t>
            </a:r>
            <a:endParaRPr lang="en-US" sz="1865" dirty="0"/>
          </a:p>
          <a:p>
            <a:pPr marL="0" indent="0" algn="ctr">
              <a:buNone/>
            </a:pPr>
            <a:r>
              <a:rPr lang="en-US" sz="1865"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小区域</a:t>
            </a:r>
            <a:endParaRPr lang="en-US" sz="1865" dirty="0"/>
          </a:p>
        </p:txBody>
      </p:sp>
      <p:sp>
        <p:nvSpPr>
          <p:cNvPr id="13" name="Text 11"/>
          <p:cNvSpPr/>
          <p:nvPr/>
        </p:nvSpPr>
        <p:spPr>
          <a:xfrm>
            <a:off x="853440" y="4267200"/>
            <a:ext cx="10485120" cy="853440"/>
          </a:xfrm>
          <a:prstGeom prst="rect">
            <a:avLst/>
          </a:prstGeom>
          <a:noFill/>
        </p:spPr>
        <p:txBody>
          <a:bodyPr wrap="square" rtlCol="0" anchor="t"/>
          <a:lstStyle/>
          <a:p>
            <a:pPr marL="0" indent="0">
              <a:lnSpc>
                <a:spcPct val="115000"/>
              </a:lnSpc>
              <a:buNone/>
            </a:pPr>
            <a:r>
              <a:rPr lang="en-US" sz="2135"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rPr>
              <a:t>每次迭代都会得到不同的裁剪结果，相当于从同一张图“变出”很多训练样本。</a:t>
            </a:r>
            <a:endParaRPr lang="en-US" sz="2135" dirty="0"/>
          </a:p>
        </p:txBody>
      </p:sp>
      <p:sp>
        <p:nvSpPr>
          <p:cNvPr id="14" name="Text 12"/>
          <p:cNvSpPr/>
          <p:nvPr/>
        </p:nvSpPr>
        <p:spPr>
          <a:xfrm>
            <a:off x="853440" y="5303520"/>
            <a:ext cx="10485120" cy="731520"/>
          </a:xfrm>
          <a:prstGeom prst="rect">
            <a:avLst/>
          </a:prstGeom>
          <a:noFill/>
        </p:spPr>
        <p:txBody>
          <a:bodyPr wrap="square" rtlCol="0" anchor="t"/>
          <a:lstStyle/>
          <a:p>
            <a:pPr marL="0" indent="0">
              <a:lnSpc>
                <a:spcPct val="115000"/>
              </a:lnSpc>
              <a:buNone/>
            </a:pPr>
            <a:r>
              <a:rPr lang="en-US" sz="2135" b="1" dirty="0">
                <a:solidFill>
                  <a:srgbClr val="1F4E79"/>
                </a:solidFill>
                <a:latin typeface="微软雅黑" panose="020B0503020204020204" pitchFamily="34" charset="-122"/>
                <a:ea typeface="微软雅黑" panose="020B0503020204020204" pitchFamily="34" charset="-122"/>
                <a:cs typeface="微软雅黑" panose="020B0503020204020204" pitchFamily="34" charset="-120"/>
              </a:rPr>
              <a:t>模型因此学会“目标只露出一部分也能认出来”。</a:t>
            </a:r>
            <a:endParaRPr lang="en-US" sz="2135"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146304"/>
          </a:xfrm>
          <a:prstGeom prst="rect">
            <a:avLst/>
          </a:prstGeom>
          <a:solidFill>
            <a:srgbClr val="27AE60"/>
          </a:solidFill>
        </p:spPr>
      </p:sp>
      <p:sp>
        <p:nvSpPr>
          <p:cNvPr id="3" name="Text 1"/>
          <p:cNvSpPr/>
          <p:nvPr/>
        </p:nvSpPr>
        <p:spPr>
          <a:xfrm>
            <a:off x="731520" y="304800"/>
            <a:ext cx="10728960" cy="853440"/>
          </a:xfrm>
          <a:prstGeom prst="rect">
            <a:avLst/>
          </a:prstGeom>
          <a:noFill/>
        </p:spPr>
        <p:txBody>
          <a:bodyPr wrap="square" rtlCol="0" anchor="ctr"/>
          <a:lstStyle/>
          <a:p>
            <a:pPr marL="0" indent="0">
              <a:buNone/>
            </a:pPr>
            <a:r>
              <a:rPr lang="en-US" sz="32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0"/>
              </a:rPr>
              <a:t>RandAugment：自动组合增强策略</a:t>
            </a:r>
            <a:endParaRPr lang="en-US" sz="32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4" name="Shape 2"/>
          <p:cNvSpPr/>
          <p:nvPr/>
        </p:nvSpPr>
        <p:spPr>
          <a:xfrm>
            <a:off x="755904" y="1194816"/>
            <a:ext cx="2682240" cy="60960"/>
          </a:xfrm>
          <a:prstGeom prst="rect">
            <a:avLst/>
          </a:prstGeom>
          <a:solidFill>
            <a:srgbClr val="E67E22"/>
          </a:solidFill>
        </p:spPr>
      </p:sp>
      <p:sp>
        <p:nvSpPr>
          <p:cNvPr id="5" name="Text 3"/>
          <p:cNvSpPr/>
          <p:nvPr/>
        </p:nvSpPr>
        <p:spPr>
          <a:xfrm>
            <a:off x="853440" y="1524000"/>
            <a:ext cx="10485120" cy="853440"/>
          </a:xfrm>
          <a:prstGeom prst="rect">
            <a:avLst/>
          </a:prstGeom>
          <a:noFill/>
        </p:spPr>
        <p:txBody>
          <a:bodyPr wrap="square" rtlCol="0" anchor="t"/>
          <a:lstStyle/>
          <a:p>
            <a:pPr marL="0" indent="0">
              <a:lnSpc>
                <a:spcPct val="115000"/>
              </a:lnSpc>
              <a:buNone/>
            </a:pPr>
            <a:r>
              <a:rPr lang="en-US" sz="2265"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rPr>
              <a:t>传统增强靠人工挑选操作和强度，RandAugment 把这件事自动化。</a:t>
            </a:r>
            <a:endParaRPr lang="en-US" sz="2265" dirty="0"/>
          </a:p>
        </p:txBody>
      </p:sp>
      <p:sp>
        <p:nvSpPr>
          <p:cNvPr id="6" name="Text 4"/>
          <p:cNvSpPr/>
          <p:nvPr/>
        </p:nvSpPr>
        <p:spPr>
          <a:xfrm>
            <a:off x="853440" y="2560320"/>
            <a:ext cx="10485120" cy="609600"/>
          </a:xfrm>
          <a:prstGeom prst="rect">
            <a:avLst/>
          </a:prstGeom>
          <a:noFill/>
        </p:spPr>
        <p:txBody>
          <a:bodyPr wrap="square" rtlCol="0" anchor="t"/>
          <a:lstStyle/>
          <a:p>
            <a:pPr marL="0" indent="0">
              <a:lnSpc>
                <a:spcPct val="115000"/>
              </a:lnSpc>
              <a:buNone/>
            </a:pPr>
            <a:r>
              <a:rPr lang="en-US" sz="2400" b="1" dirty="0">
                <a:solidFill>
                  <a:srgbClr val="1F4E79"/>
                </a:solidFill>
                <a:latin typeface="微软雅黑" panose="020B0503020204020204" pitchFamily="34" charset="-122"/>
                <a:ea typeface="微软雅黑" panose="020B0503020204020204" pitchFamily="34" charset="-122"/>
                <a:cs typeface="微软雅黑" panose="020B0503020204020204" pitchFamily="34" charset="-120"/>
              </a:rPr>
              <a:t>每次训练时：</a:t>
            </a:r>
            <a:endParaRPr lang="en-US" sz="2400" dirty="0"/>
          </a:p>
        </p:txBody>
      </p:sp>
      <p:sp>
        <p:nvSpPr>
          <p:cNvPr id="7" name="Text 5"/>
          <p:cNvSpPr/>
          <p:nvPr/>
        </p:nvSpPr>
        <p:spPr>
          <a:xfrm>
            <a:off x="853440" y="3291840"/>
            <a:ext cx="10485120" cy="609600"/>
          </a:xfrm>
          <a:prstGeom prst="rect">
            <a:avLst/>
          </a:prstGeom>
          <a:noFill/>
        </p:spPr>
        <p:txBody>
          <a:bodyPr wrap="square" rtlCol="0" anchor="t"/>
          <a:lstStyle/>
          <a:p>
            <a:pPr marL="0" indent="0">
              <a:lnSpc>
                <a:spcPct val="115000"/>
              </a:lnSpc>
              <a:buNone/>
            </a:pPr>
            <a:r>
              <a:rPr lang="en-US" sz="2135"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rPr>
              <a:t>1. 从操作池中随机选 N 个增强操作</a:t>
            </a:r>
            <a:endParaRPr lang="en-US" sz="2135" dirty="0"/>
          </a:p>
        </p:txBody>
      </p:sp>
      <p:sp>
        <p:nvSpPr>
          <p:cNvPr id="8" name="Text 6"/>
          <p:cNvSpPr/>
          <p:nvPr/>
        </p:nvSpPr>
        <p:spPr>
          <a:xfrm>
            <a:off x="853440" y="4023360"/>
            <a:ext cx="10485120" cy="609600"/>
          </a:xfrm>
          <a:prstGeom prst="rect">
            <a:avLst/>
          </a:prstGeom>
          <a:noFill/>
        </p:spPr>
        <p:txBody>
          <a:bodyPr wrap="square" rtlCol="0" anchor="t"/>
          <a:lstStyle/>
          <a:p>
            <a:pPr marL="0" indent="0">
              <a:lnSpc>
                <a:spcPct val="115000"/>
              </a:lnSpc>
              <a:buNone/>
            </a:pPr>
            <a:r>
              <a:rPr lang="en-US" sz="2135"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rPr>
              <a:t>2. 每个操作按强度 M 执行</a:t>
            </a:r>
            <a:endParaRPr lang="en-US" sz="2135" dirty="0"/>
          </a:p>
        </p:txBody>
      </p:sp>
      <p:sp>
        <p:nvSpPr>
          <p:cNvPr id="9" name="Text 7"/>
          <p:cNvSpPr/>
          <p:nvPr/>
        </p:nvSpPr>
        <p:spPr>
          <a:xfrm>
            <a:off x="853440" y="4754880"/>
            <a:ext cx="10485120" cy="609600"/>
          </a:xfrm>
          <a:prstGeom prst="rect">
            <a:avLst/>
          </a:prstGeom>
          <a:noFill/>
        </p:spPr>
        <p:txBody>
          <a:bodyPr wrap="square" rtlCol="0" anchor="t"/>
          <a:lstStyle/>
          <a:p>
            <a:pPr marL="0" indent="0">
              <a:lnSpc>
                <a:spcPct val="115000"/>
              </a:lnSpc>
              <a:buNone/>
            </a:pPr>
            <a:r>
              <a:rPr lang="en-US" sz="2135"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rPr>
              <a:t>3. 只有 N 和 M 两个超参数，简单又有效</a:t>
            </a:r>
            <a:endParaRPr lang="en-US" sz="2135" dirty="0"/>
          </a:p>
        </p:txBody>
      </p:sp>
      <p:sp>
        <p:nvSpPr>
          <p:cNvPr id="10" name="Text 8"/>
          <p:cNvSpPr/>
          <p:nvPr/>
        </p:nvSpPr>
        <p:spPr>
          <a:xfrm>
            <a:off x="853440" y="5608320"/>
            <a:ext cx="10485120" cy="731520"/>
          </a:xfrm>
          <a:prstGeom prst="rect">
            <a:avLst/>
          </a:prstGeom>
          <a:noFill/>
        </p:spPr>
        <p:txBody>
          <a:bodyPr wrap="square" rtlCol="0" anchor="t"/>
          <a:lstStyle/>
          <a:p>
            <a:pPr marL="0" indent="0">
              <a:lnSpc>
                <a:spcPct val="115000"/>
              </a:lnSpc>
              <a:buNone/>
            </a:pPr>
            <a:r>
              <a:rPr lang="en-US" sz="2265" b="1" dirty="0">
                <a:solidFill>
                  <a:srgbClr val="1F4E79"/>
                </a:solidFill>
                <a:latin typeface="微软雅黑" panose="020B0503020204020204" pitchFamily="34" charset="-122"/>
                <a:ea typeface="微软雅黑" panose="020B0503020204020204" pitchFamily="34" charset="-122"/>
                <a:cs typeface="微软雅黑" panose="020B0503020204020204" pitchFamily="34" charset="-120"/>
              </a:rPr>
              <a:t>常见用法：RandAugment(num_ops=2, magnitude=9)。</a:t>
            </a:r>
            <a:endParaRPr lang="en-US" sz="2265"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146304"/>
          </a:xfrm>
          <a:prstGeom prst="rect">
            <a:avLst/>
          </a:prstGeom>
          <a:solidFill>
            <a:srgbClr val="27AE60"/>
          </a:solidFill>
        </p:spPr>
      </p:sp>
      <p:sp>
        <p:nvSpPr>
          <p:cNvPr id="3" name="Text 1"/>
          <p:cNvSpPr/>
          <p:nvPr/>
        </p:nvSpPr>
        <p:spPr>
          <a:xfrm>
            <a:off x="731520" y="304800"/>
            <a:ext cx="10728960" cy="853440"/>
          </a:xfrm>
          <a:prstGeom prst="rect">
            <a:avLst/>
          </a:prstGeom>
          <a:noFill/>
        </p:spPr>
        <p:txBody>
          <a:bodyPr wrap="square" rtlCol="0" anchor="ctr"/>
          <a:lstStyle/>
          <a:p>
            <a:pPr marL="0" indent="0">
              <a:buNone/>
            </a:pPr>
            <a:r>
              <a:rPr lang="en-US" sz="32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0"/>
              </a:rPr>
              <a:t>RandAugment：N 个操作 × M 强度</a:t>
            </a:r>
            <a:endParaRPr lang="en-US" sz="32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4" name="Shape 2"/>
          <p:cNvSpPr/>
          <p:nvPr/>
        </p:nvSpPr>
        <p:spPr>
          <a:xfrm>
            <a:off x="755904" y="1194816"/>
            <a:ext cx="2682240" cy="60960"/>
          </a:xfrm>
          <a:prstGeom prst="rect">
            <a:avLst/>
          </a:prstGeom>
          <a:solidFill>
            <a:srgbClr val="E67E22"/>
          </a:solidFill>
        </p:spPr>
      </p:sp>
      <p:sp>
        <p:nvSpPr>
          <p:cNvPr id="5" name="Shape 3"/>
          <p:cNvSpPr/>
          <p:nvPr/>
        </p:nvSpPr>
        <p:spPr>
          <a:xfrm>
            <a:off x="853440" y="1828800"/>
            <a:ext cx="2072640" cy="1219200"/>
          </a:xfrm>
          <a:prstGeom prst="roundRect">
            <a:avLst>
              <a:gd name="adj" fmla="val 8000"/>
            </a:avLst>
          </a:prstGeom>
          <a:solidFill>
            <a:srgbClr val="8E44AD"/>
          </a:solidFill>
          <a:ln w="12700">
            <a:solidFill>
              <a:srgbClr val="FFFFFF"/>
            </a:solidFill>
            <a:prstDash val="solid"/>
          </a:ln>
        </p:spPr>
      </p:sp>
      <p:sp>
        <p:nvSpPr>
          <p:cNvPr id="6" name="Text 4"/>
          <p:cNvSpPr/>
          <p:nvPr/>
        </p:nvSpPr>
        <p:spPr>
          <a:xfrm>
            <a:off x="914400" y="1828800"/>
            <a:ext cx="1950720" cy="1219200"/>
          </a:xfrm>
          <a:prstGeom prst="rect">
            <a:avLst/>
          </a:prstGeom>
          <a:noFill/>
        </p:spPr>
        <p:txBody>
          <a:bodyPr wrap="square" rtlCol="0" anchor="ctr"/>
          <a:lstStyle/>
          <a:p>
            <a:pPr marL="0" indent="0" algn="ctr">
              <a:buNone/>
            </a:pPr>
            <a:r>
              <a:rPr lang="en-US" sz="1735"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操作池</a:t>
            </a:r>
            <a:endParaRPr lang="en-US" sz="1735" dirty="0"/>
          </a:p>
          <a:p>
            <a:pPr marL="0" indent="0" algn="ctr">
              <a:buNone/>
            </a:pPr>
            <a:r>
              <a:rPr lang="en-US" sz="1735"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Rotate / Shear / Color ...</a:t>
            </a:r>
            <a:endParaRPr lang="en-US" sz="1735" dirty="0"/>
          </a:p>
        </p:txBody>
      </p:sp>
      <p:sp>
        <p:nvSpPr>
          <p:cNvPr id="7" name="Shape 5"/>
          <p:cNvSpPr/>
          <p:nvPr/>
        </p:nvSpPr>
        <p:spPr>
          <a:xfrm>
            <a:off x="3048000" y="2438400"/>
            <a:ext cx="731520" cy="0"/>
          </a:xfrm>
          <a:prstGeom prst="line">
            <a:avLst/>
          </a:prstGeom>
          <a:noFill/>
          <a:ln w="31750">
            <a:solidFill>
              <a:srgbClr val="1F4E79"/>
            </a:solidFill>
            <a:prstDash val="solid"/>
            <a:tailEnd type="triangle"/>
          </a:ln>
        </p:spPr>
      </p:sp>
      <p:sp>
        <p:nvSpPr>
          <p:cNvPr id="8" name="Shape 6"/>
          <p:cNvSpPr/>
          <p:nvPr/>
        </p:nvSpPr>
        <p:spPr>
          <a:xfrm>
            <a:off x="3901440" y="1828800"/>
            <a:ext cx="2072640" cy="1219200"/>
          </a:xfrm>
          <a:prstGeom prst="roundRect">
            <a:avLst>
              <a:gd name="adj" fmla="val 8000"/>
            </a:avLst>
          </a:prstGeom>
          <a:solidFill>
            <a:srgbClr val="E67E22"/>
          </a:solidFill>
          <a:ln w="12700">
            <a:solidFill>
              <a:srgbClr val="FFFFFF"/>
            </a:solidFill>
            <a:prstDash val="solid"/>
          </a:ln>
        </p:spPr>
      </p:sp>
      <p:sp>
        <p:nvSpPr>
          <p:cNvPr id="9" name="Text 7"/>
          <p:cNvSpPr/>
          <p:nvPr/>
        </p:nvSpPr>
        <p:spPr>
          <a:xfrm>
            <a:off x="3962400" y="1828800"/>
            <a:ext cx="1950720" cy="1219200"/>
          </a:xfrm>
          <a:prstGeom prst="rect">
            <a:avLst/>
          </a:prstGeom>
          <a:noFill/>
        </p:spPr>
        <p:txBody>
          <a:bodyPr wrap="square" rtlCol="0" anchor="ctr"/>
          <a:lstStyle/>
          <a:p>
            <a:pPr marL="0" indent="0" algn="ctr">
              <a:buNone/>
            </a:pPr>
            <a:r>
              <a:rPr lang="en-US" sz="1735"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随机选 N 个</a:t>
            </a:r>
            <a:endParaRPr lang="en-US" sz="1735" dirty="0"/>
          </a:p>
          <a:p>
            <a:pPr marL="0" indent="0" algn="ctr">
              <a:buNone/>
            </a:pPr>
            <a:r>
              <a:rPr lang="en-US" sz="1735"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例如 N=2</a:t>
            </a:r>
            <a:endParaRPr lang="en-US" sz="1735" dirty="0"/>
          </a:p>
        </p:txBody>
      </p:sp>
      <p:sp>
        <p:nvSpPr>
          <p:cNvPr id="10" name="Shape 8"/>
          <p:cNvSpPr/>
          <p:nvPr/>
        </p:nvSpPr>
        <p:spPr>
          <a:xfrm>
            <a:off x="6096000" y="2438400"/>
            <a:ext cx="731520" cy="0"/>
          </a:xfrm>
          <a:prstGeom prst="line">
            <a:avLst/>
          </a:prstGeom>
          <a:noFill/>
          <a:ln w="31750">
            <a:solidFill>
              <a:srgbClr val="1F4E79"/>
            </a:solidFill>
            <a:prstDash val="solid"/>
            <a:tailEnd type="triangle"/>
          </a:ln>
        </p:spPr>
      </p:sp>
      <p:sp>
        <p:nvSpPr>
          <p:cNvPr id="11" name="Shape 9"/>
          <p:cNvSpPr/>
          <p:nvPr/>
        </p:nvSpPr>
        <p:spPr>
          <a:xfrm>
            <a:off x="6949440" y="1828800"/>
            <a:ext cx="2072640" cy="1219200"/>
          </a:xfrm>
          <a:prstGeom prst="roundRect">
            <a:avLst>
              <a:gd name="adj" fmla="val 8000"/>
            </a:avLst>
          </a:prstGeom>
          <a:solidFill>
            <a:srgbClr val="27AE60"/>
          </a:solidFill>
          <a:ln w="12700">
            <a:solidFill>
              <a:srgbClr val="FFFFFF"/>
            </a:solidFill>
            <a:prstDash val="solid"/>
          </a:ln>
        </p:spPr>
      </p:sp>
      <p:sp>
        <p:nvSpPr>
          <p:cNvPr id="12" name="Text 10"/>
          <p:cNvSpPr/>
          <p:nvPr/>
        </p:nvSpPr>
        <p:spPr>
          <a:xfrm>
            <a:off x="7010400" y="1828800"/>
            <a:ext cx="1950720" cy="1219200"/>
          </a:xfrm>
          <a:prstGeom prst="rect">
            <a:avLst/>
          </a:prstGeom>
          <a:noFill/>
        </p:spPr>
        <p:txBody>
          <a:bodyPr wrap="square" rtlCol="0" anchor="ctr"/>
          <a:lstStyle/>
          <a:p>
            <a:pPr marL="0" indent="0" algn="ctr">
              <a:buNone/>
            </a:pPr>
            <a:r>
              <a:rPr lang="en-US" sz="1735"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按强度 M 执行</a:t>
            </a:r>
            <a:endParaRPr lang="en-US" sz="1735" dirty="0"/>
          </a:p>
          <a:p>
            <a:pPr marL="0" indent="0" algn="ctr">
              <a:buNone/>
            </a:pPr>
            <a:r>
              <a:rPr lang="en-US" sz="1735"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例如 M=9</a:t>
            </a:r>
            <a:endParaRPr lang="en-US" sz="1735" dirty="0"/>
          </a:p>
        </p:txBody>
      </p:sp>
      <p:sp>
        <p:nvSpPr>
          <p:cNvPr id="13" name="Shape 11"/>
          <p:cNvSpPr/>
          <p:nvPr/>
        </p:nvSpPr>
        <p:spPr>
          <a:xfrm>
            <a:off x="9144000" y="2438400"/>
            <a:ext cx="731520" cy="0"/>
          </a:xfrm>
          <a:prstGeom prst="line">
            <a:avLst/>
          </a:prstGeom>
          <a:noFill/>
          <a:ln w="31750">
            <a:solidFill>
              <a:srgbClr val="1F4E79"/>
            </a:solidFill>
            <a:prstDash val="solid"/>
            <a:tailEnd type="triangle"/>
          </a:ln>
        </p:spPr>
      </p:sp>
      <p:sp>
        <p:nvSpPr>
          <p:cNvPr id="14" name="Shape 12"/>
          <p:cNvSpPr/>
          <p:nvPr/>
        </p:nvSpPr>
        <p:spPr>
          <a:xfrm>
            <a:off x="9997440" y="1828800"/>
            <a:ext cx="1828800" cy="1219200"/>
          </a:xfrm>
          <a:prstGeom prst="roundRect">
            <a:avLst>
              <a:gd name="adj" fmla="val 8000"/>
            </a:avLst>
          </a:prstGeom>
          <a:solidFill>
            <a:srgbClr val="2E86AB"/>
          </a:solidFill>
          <a:ln w="12700">
            <a:solidFill>
              <a:srgbClr val="FFFFFF"/>
            </a:solidFill>
            <a:prstDash val="solid"/>
          </a:ln>
        </p:spPr>
      </p:sp>
      <p:sp>
        <p:nvSpPr>
          <p:cNvPr id="15" name="Text 13"/>
          <p:cNvSpPr/>
          <p:nvPr/>
        </p:nvSpPr>
        <p:spPr>
          <a:xfrm>
            <a:off x="10058400" y="1828800"/>
            <a:ext cx="1706880" cy="1219200"/>
          </a:xfrm>
          <a:prstGeom prst="rect">
            <a:avLst/>
          </a:prstGeom>
          <a:noFill/>
        </p:spPr>
        <p:txBody>
          <a:bodyPr wrap="square" rtlCol="0" anchor="ctr"/>
          <a:lstStyle/>
          <a:p>
            <a:pPr marL="0" indent="0" algn="ctr">
              <a:buNone/>
            </a:pPr>
            <a:r>
              <a:rPr lang="en-US" sz="1735"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增强后图像</a:t>
            </a:r>
            <a:endParaRPr lang="en-US" sz="1735" dirty="0"/>
          </a:p>
        </p:txBody>
      </p:sp>
      <p:sp>
        <p:nvSpPr>
          <p:cNvPr id="16" name="Text 14"/>
          <p:cNvSpPr/>
          <p:nvPr/>
        </p:nvSpPr>
        <p:spPr>
          <a:xfrm>
            <a:off x="853440" y="3596640"/>
            <a:ext cx="10485120" cy="975360"/>
          </a:xfrm>
          <a:prstGeom prst="rect">
            <a:avLst/>
          </a:prstGeom>
          <a:noFill/>
        </p:spPr>
        <p:txBody>
          <a:bodyPr wrap="square" rtlCol="0" anchor="t"/>
          <a:lstStyle/>
          <a:p>
            <a:pPr marL="0" indent="0">
              <a:lnSpc>
                <a:spcPct val="115000"/>
              </a:lnSpc>
              <a:buNone/>
            </a:pPr>
            <a:r>
              <a:rPr lang="en-US" sz="2135"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rPr>
              <a:t>例子：第一次可能选 Rotate + Color，第二次可能选 ShearX + Brightness，每次都不一样。</a:t>
            </a:r>
            <a:endParaRPr lang="en-US" sz="2135" dirty="0"/>
          </a:p>
        </p:txBody>
      </p:sp>
      <p:sp>
        <p:nvSpPr>
          <p:cNvPr id="17" name="Text 15"/>
          <p:cNvSpPr/>
          <p:nvPr/>
        </p:nvSpPr>
        <p:spPr>
          <a:xfrm>
            <a:off x="853440" y="4754880"/>
            <a:ext cx="10485120" cy="609600"/>
          </a:xfrm>
          <a:prstGeom prst="rect">
            <a:avLst/>
          </a:prstGeom>
          <a:noFill/>
        </p:spPr>
        <p:txBody>
          <a:bodyPr wrap="square" rtlCol="0" anchor="t"/>
          <a:lstStyle/>
          <a:p>
            <a:pPr marL="0" indent="0">
              <a:lnSpc>
                <a:spcPct val="115000"/>
              </a:lnSpc>
              <a:buNone/>
            </a:pPr>
            <a:r>
              <a:rPr lang="en-US" sz="2265" b="1" dirty="0">
                <a:solidFill>
                  <a:srgbClr val="1F4E79"/>
                </a:solidFill>
                <a:latin typeface="微软雅黑" panose="020B0503020204020204" pitchFamily="34" charset="-122"/>
                <a:ea typeface="微软雅黑" panose="020B0503020204020204" pitchFamily="34" charset="-122"/>
                <a:cs typeface="微软雅黑" panose="020B0503020204020204" pitchFamily="34" charset="-120"/>
              </a:rPr>
              <a:t>超参数意义：</a:t>
            </a:r>
            <a:endParaRPr lang="en-US" sz="2265" dirty="0"/>
          </a:p>
        </p:txBody>
      </p:sp>
      <p:sp>
        <p:nvSpPr>
          <p:cNvPr id="18" name="Text 16"/>
          <p:cNvSpPr/>
          <p:nvPr/>
        </p:nvSpPr>
        <p:spPr>
          <a:xfrm>
            <a:off x="853440" y="5486400"/>
            <a:ext cx="10485120" cy="731520"/>
          </a:xfrm>
          <a:prstGeom prst="rect">
            <a:avLst/>
          </a:prstGeom>
          <a:noFill/>
        </p:spPr>
        <p:txBody>
          <a:bodyPr wrap="square" rtlCol="0" anchor="t"/>
          <a:lstStyle/>
          <a:p>
            <a:pPr marL="0" indent="0">
              <a:lnSpc>
                <a:spcPct val="115000"/>
              </a:lnSpc>
              <a:buNone/>
            </a:pPr>
            <a:r>
              <a:rPr lang="en-US" sz="2135"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rPr>
              <a:t>N 控制</a:t>
            </a:r>
            <a:r>
              <a:rPr lang="zh-CN" altLang="en-US" sz="2135"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rPr>
              <a:t>操作数</a:t>
            </a:r>
            <a:r>
              <a:rPr lang="en-US" sz="2135"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rPr>
              <a:t>，M 控制</a:t>
            </a:r>
            <a:r>
              <a:rPr lang="en-US" sz="2135"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sym typeface="+mn-ea"/>
              </a:rPr>
              <a:t>增强强度</a:t>
            </a:r>
            <a:r>
              <a:rPr lang="en-US" sz="2135"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rPr>
              <a:t>。</a:t>
            </a:r>
            <a:endParaRPr lang="en-US" sz="2135"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146304"/>
          </a:xfrm>
          <a:prstGeom prst="rect">
            <a:avLst/>
          </a:prstGeom>
          <a:solidFill>
            <a:srgbClr val="27AE60"/>
          </a:solidFill>
        </p:spPr>
      </p:sp>
      <p:sp>
        <p:nvSpPr>
          <p:cNvPr id="3" name="Text 1"/>
          <p:cNvSpPr/>
          <p:nvPr/>
        </p:nvSpPr>
        <p:spPr>
          <a:xfrm>
            <a:off x="731520" y="304800"/>
            <a:ext cx="10728960" cy="853440"/>
          </a:xfrm>
          <a:prstGeom prst="rect">
            <a:avLst/>
          </a:prstGeom>
          <a:noFill/>
        </p:spPr>
        <p:txBody>
          <a:bodyPr wrap="square" rtlCol="0" anchor="ctr"/>
          <a:lstStyle/>
          <a:p>
            <a:pPr marL="0" indent="0">
              <a:buNone/>
            </a:pPr>
            <a:r>
              <a:rPr lang="en-US" sz="32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0"/>
              </a:rPr>
              <a:t>RandAugment：常见操作</a:t>
            </a:r>
            <a:endParaRPr lang="en-US" sz="32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4" name="Shape 2"/>
          <p:cNvSpPr/>
          <p:nvPr/>
        </p:nvSpPr>
        <p:spPr>
          <a:xfrm>
            <a:off x="755904" y="1194816"/>
            <a:ext cx="2682240" cy="60960"/>
          </a:xfrm>
          <a:prstGeom prst="rect">
            <a:avLst/>
          </a:prstGeom>
          <a:solidFill>
            <a:srgbClr val="E67E22"/>
          </a:solidFill>
        </p:spPr>
      </p:sp>
      <p:sp>
        <p:nvSpPr>
          <p:cNvPr id="5" name="Text 3"/>
          <p:cNvSpPr/>
          <p:nvPr/>
        </p:nvSpPr>
        <p:spPr>
          <a:xfrm>
            <a:off x="853440" y="1584960"/>
            <a:ext cx="10485120" cy="609600"/>
          </a:xfrm>
          <a:prstGeom prst="rect">
            <a:avLst/>
          </a:prstGeom>
          <a:noFill/>
        </p:spPr>
        <p:txBody>
          <a:bodyPr wrap="square" rtlCol="0" anchor="t"/>
          <a:lstStyle/>
          <a:p>
            <a:pPr marL="0" indent="0">
              <a:lnSpc>
                <a:spcPct val="115000"/>
              </a:lnSpc>
              <a:buNone/>
            </a:pPr>
            <a:r>
              <a:rPr lang="en-US" sz="2400" b="1" dirty="0">
                <a:solidFill>
                  <a:srgbClr val="1F4E79"/>
                </a:solidFill>
                <a:latin typeface="微软雅黑" panose="020B0503020204020204" pitchFamily="34" charset="-122"/>
                <a:ea typeface="微软雅黑" panose="020B0503020204020204" pitchFamily="34" charset="-122"/>
                <a:cs typeface="微软雅黑" panose="020B0503020204020204" pitchFamily="34" charset="-120"/>
              </a:rPr>
              <a:t>几何类：</a:t>
            </a:r>
            <a:endParaRPr lang="en-US" sz="2400" dirty="0"/>
          </a:p>
        </p:txBody>
      </p:sp>
      <p:sp>
        <p:nvSpPr>
          <p:cNvPr id="6" name="Text 4"/>
          <p:cNvSpPr/>
          <p:nvPr/>
        </p:nvSpPr>
        <p:spPr>
          <a:xfrm>
            <a:off x="853440" y="2255520"/>
            <a:ext cx="10485120" cy="609600"/>
          </a:xfrm>
          <a:prstGeom prst="rect">
            <a:avLst/>
          </a:prstGeom>
          <a:noFill/>
        </p:spPr>
        <p:txBody>
          <a:bodyPr wrap="square" rtlCol="0" anchor="t"/>
          <a:lstStyle/>
          <a:p>
            <a:pPr marL="0" indent="0">
              <a:lnSpc>
                <a:spcPct val="115000"/>
              </a:lnSpc>
              <a:buNone/>
            </a:pPr>
            <a:r>
              <a:rPr lang="en-US" sz="2135"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rPr>
              <a:t>ShearX / ShearY 错切，TranslateX / TranslateY 平移，Rotate 旋转</a:t>
            </a:r>
            <a:endParaRPr lang="en-US" sz="2135" dirty="0"/>
          </a:p>
        </p:txBody>
      </p:sp>
      <p:sp>
        <p:nvSpPr>
          <p:cNvPr id="7" name="Text 5"/>
          <p:cNvSpPr/>
          <p:nvPr/>
        </p:nvSpPr>
        <p:spPr>
          <a:xfrm>
            <a:off x="853440" y="3048000"/>
            <a:ext cx="10485120" cy="609600"/>
          </a:xfrm>
          <a:prstGeom prst="rect">
            <a:avLst/>
          </a:prstGeom>
          <a:noFill/>
        </p:spPr>
        <p:txBody>
          <a:bodyPr wrap="square" rtlCol="0" anchor="t"/>
          <a:lstStyle/>
          <a:p>
            <a:pPr marL="0" indent="0">
              <a:lnSpc>
                <a:spcPct val="115000"/>
              </a:lnSpc>
              <a:buNone/>
            </a:pPr>
            <a:r>
              <a:rPr lang="en-US" sz="2400" b="1" dirty="0">
                <a:solidFill>
                  <a:srgbClr val="1F4E79"/>
                </a:solidFill>
                <a:latin typeface="微软雅黑" panose="020B0503020204020204" pitchFamily="34" charset="-122"/>
                <a:ea typeface="微软雅黑" panose="020B0503020204020204" pitchFamily="34" charset="-122"/>
                <a:cs typeface="微软雅黑" panose="020B0503020204020204" pitchFamily="34" charset="-120"/>
              </a:rPr>
              <a:t>颜色类：</a:t>
            </a:r>
            <a:endParaRPr lang="en-US" sz="2400" dirty="0"/>
          </a:p>
        </p:txBody>
      </p:sp>
      <p:sp>
        <p:nvSpPr>
          <p:cNvPr id="8" name="Text 6"/>
          <p:cNvSpPr/>
          <p:nvPr/>
        </p:nvSpPr>
        <p:spPr>
          <a:xfrm>
            <a:off x="853440" y="3718560"/>
            <a:ext cx="10485120" cy="609600"/>
          </a:xfrm>
          <a:prstGeom prst="rect">
            <a:avLst/>
          </a:prstGeom>
          <a:noFill/>
        </p:spPr>
        <p:txBody>
          <a:bodyPr wrap="square" rtlCol="0" anchor="t"/>
          <a:lstStyle/>
          <a:p>
            <a:pPr marL="0" indent="0">
              <a:lnSpc>
                <a:spcPct val="115000"/>
              </a:lnSpc>
              <a:buNone/>
            </a:pPr>
            <a:r>
              <a:rPr lang="en-US" sz="2135"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rPr>
              <a:t>Brightness 亮度，Color 饱和度，Contrast 对比度</a:t>
            </a:r>
            <a:endParaRPr lang="en-US" sz="2135" dirty="0"/>
          </a:p>
        </p:txBody>
      </p:sp>
      <p:sp>
        <p:nvSpPr>
          <p:cNvPr id="9" name="Text 7"/>
          <p:cNvSpPr/>
          <p:nvPr/>
        </p:nvSpPr>
        <p:spPr>
          <a:xfrm>
            <a:off x="853440" y="4511040"/>
            <a:ext cx="10485120" cy="609600"/>
          </a:xfrm>
          <a:prstGeom prst="rect">
            <a:avLst/>
          </a:prstGeom>
          <a:noFill/>
        </p:spPr>
        <p:txBody>
          <a:bodyPr wrap="square" rtlCol="0" anchor="t"/>
          <a:lstStyle/>
          <a:p>
            <a:pPr marL="0" indent="0">
              <a:lnSpc>
                <a:spcPct val="115000"/>
              </a:lnSpc>
              <a:buNone/>
            </a:pPr>
            <a:r>
              <a:rPr lang="en-US" sz="2400" b="1" dirty="0">
                <a:solidFill>
                  <a:srgbClr val="1F4E79"/>
                </a:solidFill>
                <a:latin typeface="微软雅黑" panose="020B0503020204020204" pitchFamily="34" charset="-122"/>
                <a:ea typeface="微软雅黑" panose="020B0503020204020204" pitchFamily="34" charset="-122"/>
                <a:cs typeface="微软雅黑" panose="020B0503020204020204" pitchFamily="34" charset="-120"/>
              </a:rPr>
              <a:t>图像处理类：</a:t>
            </a:r>
            <a:endParaRPr lang="en-US" sz="2400" dirty="0"/>
          </a:p>
        </p:txBody>
      </p:sp>
      <p:sp>
        <p:nvSpPr>
          <p:cNvPr id="10" name="Text 8"/>
          <p:cNvSpPr/>
          <p:nvPr/>
        </p:nvSpPr>
        <p:spPr>
          <a:xfrm>
            <a:off x="853440" y="5181600"/>
            <a:ext cx="10485120" cy="731520"/>
          </a:xfrm>
          <a:prstGeom prst="rect">
            <a:avLst/>
          </a:prstGeom>
          <a:noFill/>
        </p:spPr>
        <p:txBody>
          <a:bodyPr wrap="square" rtlCol="0" anchor="t"/>
          <a:lstStyle/>
          <a:p>
            <a:pPr marL="0" indent="0">
              <a:lnSpc>
                <a:spcPct val="115000"/>
              </a:lnSpc>
              <a:buNone/>
            </a:pPr>
            <a:r>
              <a:rPr lang="en-US" sz="2135"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rPr>
              <a:t>AutoContrast 自动对比度，Equalize 直方图均衡，Solarize 反转阈值，Posterize 色调分离</a:t>
            </a:r>
            <a:endParaRPr lang="en-US" sz="2135" dirty="0"/>
          </a:p>
        </p:txBody>
      </p:sp>
      <p:sp>
        <p:nvSpPr>
          <p:cNvPr id="11" name="Text 9"/>
          <p:cNvSpPr/>
          <p:nvPr/>
        </p:nvSpPr>
        <p:spPr>
          <a:xfrm>
            <a:off x="853440" y="5974080"/>
            <a:ext cx="10485120" cy="609600"/>
          </a:xfrm>
          <a:prstGeom prst="rect">
            <a:avLst/>
          </a:prstGeom>
          <a:noFill/>
        </p:spPr>
        <p:txBody>
          <a:bodyPr wrap="square" rtlCol="0" anchor="t"/>
          <a:lstStyle/>
          <a:p>
            <a:pPr marL="0" indent="0">
              <a:lnSpc>
                <a:spcPct val="115000"/>
              </a:lnSpc>
              <a:buNone/>
            </a:pPr>
            <a:r>
              <a:rPr lang="en-US" sz="1865" dirty="0">
                <a:solidFill>
                  <a:srgbClr val="7F8C8D"/>
                </a:solidFill>
                <a:latin typeface="微软雅黑" panose="020B0503020204020204" pitchFamily="34" charset="-122"/>
                <a:ea typeface="微软雅黑" panose="020B0503020204020204" pitchFamily="34" charset="-122"/>
                <a:cs typeface="微软雅黑" panose="020B0503020204020204" pitchFamily="34" charset="-120"/>
              </a:rPr>
              <a:t>这些操作都在 tensor 或 PIL 层面实现，速度很快。</a:t>
            </a:r>
            <a:endParaRPr lang="en-US" sz="1865"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146304"/>
          </a:xfrm>
          <a:prstGeom prst="rect">
            <a:avLst/>
          </a:prstGeom>
          <a:solidFill>
            <a:srgbClr val="E67E22"/>
          </a:solidFill>
        </p:spPr>
      </p:sp>
      <p:sp>
        <p:nvSpPr>
          <p:cNvPr id="3" name="Text 1"/>
          <p:cNvSpPr/>
          <p:nvPr/>
        </p:nvSpPr>
        <p:spPr>
          <a:xfrm>
            <a:off x="731520" y="304800"/>
            <a:ext cx="10728960" cy="853440"/>
          </a:xfrm>
          <a:prstGeom prst="rect">
            <a:avLst/>
          </a:prstGeom>
          <a:noFill/>
        </p:spPr>
        <p:txBody>
          <a:bodyPr wrap="square" rtlCol="0" anchor="ctr"/>
          <a:lstStyle/>
          <a:p>
            <a:pPr marL="0" indent="0">
              <a:buNone/>
            </a:pPr>
            <a:r>
              <a:rPr lang="en-US" sz="32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0"/>
              </a:rPr>
              <a:t>组合起来：一套完整的训练增强</a:t>
            </a:r>
            <a:endParaRPr lang="en-US" sz="32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4" name="Shape 2"/>
          <p:cNvSpPr/>
          <p:nvPr/>
        </p:nvSpPr>
        <p:spPr>
          <a:xfrm>
            <a:off x="755904" y="1194816"/>
            <a:ext cx="2682240" cy="60960"/>
          </a:xfrm>
          <a:prstGeom prst="rect">
            <a:avLst/>
          </a:prstGeom>
          <a:solidFill>
            <a:srgbClr val="E67E22"/>
          </a:solidFill>
        </p:spPr>
      </p:sp>
      <p:sp>
        <p:nvSpPr>
          <p:cNvPr id="5" name="Shape 3"/>
          <p:cNvSpPr/>
          <p:nvPr/>
        </p:nvSpPr>
        <p:spPr>
          <a:xfrm>
            <a:off x="731520" y="1828800"/>
            <a:ext cx="1950720" cy="1341120"/>
          </a:xfrm>
          <a:prstGeom prst="roundRect">
            <a:avLst>
              <a:gd name="adj" fmla="val 7273"/>
            </a:avLst>
          </a:prstGeom>
          <a:solidFill>
            <a:srgbClr val="E67E22"/>
          </a:solidFill>
          <a:ln w="12700">
            <a:solidFill>
              <a:srgbClr val="FFFFFF"/>
            </a:solidFill>
            <a:prstDash val="solid"/>
          </a:ln>
        </p:spPr>
      </p:sp>
      <p:sp>
        <p:nvSpPr>
          <p:cNvPr id="6" name="Text 4"/>
          <p:cNvSpPr/>
          <p:nvPr/>
        </p:nvSpPr>
        <p:spPr>
          <a:xfrm>
            <a:off x="792480" y="1828800"/>
            <a:ext cx="1828800" cy="1341120"/>
          </a:xfrm>
          <a:prstGeom prst="rect">
            <a:avLst/>
          </a:prstGeom>
          <a:noFill/>
        </p:spPr>
        <p:txBody>
          <a:bodyPr wrap="square" rtlCol="0" anchor="ctr"/>
          <a:lstStyle/>
          <a:p>
            <a:pPr marL="0" indent="0" algn="ctr">
              <a:buNone/>
            </a:pPr>
            <a:r>
              <a:rPr lang="en-US" sz="1735"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RandomResizedCrop</a:t>
            </a:r>
            <a:endParaRPr lang="en-US" sz="1735" dirty="0"/>
          </a:p>
          <a:p>
            <a:pPr marL="0" indent="0" algn="ctr">
              <a:buNone/>
            </a:pPr>
            <a:r>
              <a:rPr lang="en-US" sz="1735"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尺度多样性</a:t>
            </a:r>
            <a:endParaRPr lang="en-US" sz="1735" dirty="0"/>
          </a:p>
        </p:txBody>
      </p:sp>
      <p:sp>
        <p:nvSpPr>
          <p:cNvPr id="7" name="Shape 5"/>
          <p:cNvSpPr/>
          <p:nvPr/>
        </p:nvSpPr>
        <p:spPr>
          <a:xfrm>
            <a:off x="2743200" y="2499360"/>
            <a:ext cx="609600" cy="0"/>
          </a:xfrm>
          <a:prstGeom prst="line">
            <a:avLst/>
          </a:prstGeom>
          <a:noFill/>
          <a:ln w="31750">
            <a:solidFill>
              <a:srgbClr val="1F4E79"/>
            </a:solidFill>
            <a:prstDash val="solid"/>
            <a:tailEnd type="triangle"/>
          </a:ln>
        </p:spPr>
      </p:sp>
      <p:sp>
        <p:nvSpPr>
          <p:cNvPr id="8" name="Shape 6"/>
          <p:cNvSpPr/>
          <p:nvPr/>
        </p:nvSpPr>
        <p:spPr>
          <a:xfrm>
            <a:off x="3413760" y="1828800"/>
            <a:ext cx="1950720" cy="1341120"/>
          </a:xfrm>
          <a:prstGeom prst="roundRect">
            <a:avLst>
              <a:gd name="adj" fmla="val 7273"/>
            </a:avLst>
          </a:prstGeom>
          <a:solidFill>
            <a:srgbClr val="27AE60"/>
          </a:solidFill>
          <a:ln w="12700">
            <a:solidFill>
              <a:srgbClr val="FFFFFF"/>
            </a:solidFill>
            <a:prstDash val="solid"/>
          </a:ln>
        </p:spPr>
      </p:sp>
      <p:sp>
        <p:nvSpPr>
          <p:cNvPr id="9" name="Text 7"/>
          <p:cNvSpPr/>
          <p:nvPr/>
        </p:nvSpPr>
        <p:spPr>
          <a:xfrm>
            <a:off x="3474720" y="1828800"/>
            <a:ext cx="1828800" cy="1341120"/>
          </a:xfrm>
          <a:prstGeom prst="rect">
            <a:avLst/>
          </a:prstGeom>
          <a:noFill/>
        </p:spPr>
        <p:txBody>
          <a:bodyPr wrap="square" rtlCol="0" anchor="ctr"/>
          <a:lstStyle/>
          <a:p>
            <a:pPr marL="0" indent="0" algn="ctr">
              <a:buNone/>
            </a:pPr>
            <a:r>
              <a:rPr lang="en-US" sz="1735"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RandAugment</a:t>
            </a:r>
            <a:endParaRPr lang="en-US" sz="1735" dirty="0"/>
          </a:p>
          <a:p>
            <a:pPr marL="0" indent="0" algn="ctr">
              <a:buNone/>
            </a:pPr>
            <a:r>
              <a:rPr lang="en-US" sz="1735"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自动增强</a:t>
            </a:r>
            <a:endParaRPr lang="en-US" sz="1735" dirty="0"/>
          </a:p>
        </p:txBody>
      </p:sp>
      <p:sp>
        <p:nvSpPr>
          <p:cNvPr id="10" name="Shape 8"/>
          <p:cNvSpPr/>
          <p:nvPr/>
        </p:nvSpPr>
        <p:spPr>
          <a:xfrm>
            <a:off x="5425440" y="2499360"/>
            <a:ext cx="609600" cy="0"/>
          </a:xfrm>
          <a:prstGeom prst="line">
            <a:avLst/>
          </a:prstGeom>
          <a:noFill/>
          <a:ln w="31750">
            <a:solidFill>
              <a:srgbClr val="1F4E79"/>
            </a:solidFill>
            <a:prstDash val="solid"/>
            <a:tailEnd type="triangle"/>
          </a:ln>
        </p:spPr>
      </p:sp>
      <p:sp>
        <p:nvSpPr>
          <p:cNvPr id="11" name="Shape 9"/>
          <p:cNvSpPr/>
          <p:nvPr/>
        </p:nvSpPr>
        <p:spPr>
          <a:xfrm>
            <a:off x="6096000" y="1828800"/>
            <a:ext cx="1950720" cy="1341120"/>
          </a:xfrm>
          <a:prstGeom prst="roundRect">
            <a:avLst>
              <a:gd name="adj" fmla="val 7273"/>
            </a:avLst>
          </a:prstGeom>
          <a:solidFill>
            <a:srgbClr val="2E86AB"/>
          </a:solidFill>
          <a:ln w="12700">
            <a:solidFill>
              <a:srgbClr val="FFFFFF"/>
            </a:solidFill>
            <a:prstDash val="solid"/>
          </a:ln>
        </p:spPr>
      </p:sp>
      <p:sp>
        <p:nvSpPr>
          <p:cNvPr id="12" name="Text 10"/>
          <p:cNvSpPr/>
          <p:nvPr/>
        </p:nvSpPr>
        <p:spPr>
          <a:xfrm>
            <a:off x="6156960" y="1828800"/>
            <a:ext cx="1828800" cy="1341120"/>
          </a:xfrm>
          <a:prstGeom prst="rect">
            <a:avLst/>
          </a:prstGeom>
          <a:noFill/>
        </p:spPr>
        <p:txBody>
          <a:bodyPr wrap="square" rtlCol="0" anchor="ctr"/>
          <a:lstStyle/>
          <a:p>
            <a:pPr marL="0" indent="0" algn="ctr">
              <a:buNone/>
            </a:pPr>
            <a:r>
              <a:rPr lang="en-US" sz="1735"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HorizontalFlip</a:t>
            </a:r>
            <a:endParaRPr lang="en-US" sz="1735" dirty="0"/>
          </a:p>
          <a:p>
            <a:pPr marL="0" indent="0" algn="ctr">
              <a:buNone/>
            </a:pPr>
            <a:r>
              <a:rPr lang="en-US" sz="1735"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水平翻转</a:t>
            </a:r>
            <a:endParaRPr lang="en-US" sz="1735" dirty="0"/>
          </a:p>
        </p:txBody>
      </p:sp>
      <p:sp>
        <p:nvSpPr>
          <p:cNvPr id="13" name="Shape 11"/>
          <p:cNvSpPr/>
          <p:nvPr/>
        </p:nvSpPr>
        <p:spPr>
          <a:xfrm>
            <a:off x="8107680" y="2499360"/>
            <a:ext cx="609600" cy="0"/>
          </a:xfrm>
          <a:prstGeom prst="line">
            <a:avLst/>
          </a:prstGeom>
          <a:noFill/>
          <a:ln w="31750">
            <a:solidFill>
              <a:srgbClr val="1F4E79"/>
            </a:solidFill>
            <a:prstDash val="solid"/>
            <a:tailEnd type="triangle"/>
          </a:ln>
        </p:spPr>
      </p:sp>
      <p:sp>
        <p:nvSpPr>
          <p:cNvPr id="14" name="Shape 12"/>
          <p:cNvSpPr/>
          <p:nvPr/>
        </p:nvSpPr>
        <p:spPr>
          <a:xfrm>
            <a:off x="8778240" y="1828800"/>
            <a:ext cx="2316480" cy="1341120"/>
          </a:xfrm>
          <a:prstGeom prst="roundRect">
            <a:avLst>
              <a:gd name="adj" fmla="val 7273"/>
            </a:avLst>
          </a:prstGeom>
          <a:solidFill>
            <a:srgbClr val="8E44AD"/>
          </a:solidFill>
          <a:ln w="12700">
            <a:solidFill>
              <a:srgbClr val="FFFFFF"/>
            </a:solidFill>
            <a:prstDash val="solid"/>
          </a:ln>
        </p:spPr>
      </p:sp>
      <p:sp>
        <p:nvSpPr>
          <p:cNvPr id="15" name="Text 13"/>
          <p:cNvSpPr/>
          <p:nvPr/>
        </p:nvSpPr>
        <p:spPr>
          <a:xfrm>
            <a:off x="8839200" y="1828800"/>
            <a:ext cx="2194560" cy="1341120"/>
          </a:xfrm>
          <a:prstGeom prst="rect">
            <a:avLst/>
          </a:prstGeom>
          <a:noFill/>
        </p:spPr>
        <p:txBody>
          <a:bodyPr wrap="square" rtlCol="0" anchor="ctr"/>
          <a:lstStyle/>
          <a:p>
            <a:pPr marL="0" indent="0" algn="ctr">
              <a:buNone/>
            </a:pPr>
            <a:r>
              <a:rPr lang="en-US" sz="16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Normalize +</a:t>
            </a:r>
            <a:endParaRPr lang="en-US" sz="1600" dirty="0"/>
          </a:p>
          <a:p>
            <a:pPr marL="0" indent="0" algn="ctr">
              <a:buNone/>
            </a:pPr>
            <a:r>
              <a:rPr lang="en-US" sz="16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RandomErasing</a:t>
            </a:r>
            <a:endParaRPr lang="en-US" sz="1600" dirty="0"/>
          </a:p>
        </p:txBody>
      </p:sp>
      <p:sp>
        <p:nvSpPr>
          <p:cNvPr id="16" name="Text 14"/>
          <p:cNvSpPr/>
          <p:nvPr/>
        </p:nvSpPr>
        <p:spPr>
          <a:xfrm>
            <a:off x="853440" y="3657600"/>
            <a:ext cx="10485120" cy="609600"/>
          </a:xfrm>
          <a:prstGeom prst="rect">
            <a:avLst/>
          </a:prstGeom>
          <a:noFill/>
        </p:spPr>
        <p:txBody>
          <a:bodyPr wrap="square" rtlCol="0" anchor="t"/>
          <a:lstStyle/>
          <a:p>
            <a:pPr marL="0" indent="0">
              <a:lnSpc>
                <a:spcPct val="115000"/>
              </a:lnSpc>
              <a:buNone/>
            </a:pPr>
            <a:r>
              <a:rPr lang="en-US" sz="2265" b="1" dirty="0">
                <a:solidFill>
                  <a:srgbClr val="1F4E79"/>
                </a:solidFill>
                <a:latin typeface="微软雅黑" panose="020B0503020204020204" pitchFamily="34" charset="-122"/>
                <a:ea typeface="微软雅黑" panose="020B0503020204020204" pitchFamily="34" charset="-122"/>
                <a:cs typeface="微软雅黑" panose="020B0503020204020204" pitchFamily="34" charset="-120"/>
              </a:rPr>
              <a:t>不同增强负责不同方面：</a:t>
            </a:r>
            <a:endParaRPr lang="en-US" sz="2265" dirty="0"/>
          </a:p>
        </p:txBody>
      </p:sp>
      <p:sp>
        <p:nvSpPr>
          <p:cNvPr id="17" name="Text 15"/>
          <p:cNvSpPr/>
          <p:nvPr/>
        </p:nvSpPr>
        <p:spPr>
          <a:xfrm>
            <a:off x="853440" y="4450080"/>
            <a:ext cx="10485120" cy="731520"/>
          </a:xfrm>
          <a:prstGeom prst="rect">
            <a:avLst/>
          </a:prstGeom>
          <a:noFill/>
        </p:spPr>
        <p:txBody>
          <a:bodyPr wrap="square" rtlCol="0" anchor="t"/>
          <a:lstStyle/>
          <a:p>
            <a:pPr marL="0" indent="0">
              <a:lnSpc>
                <a:spcPct val="115000"/>
              </a:lnSpc>
              <a:buNone/>
            </a:pPr>
            <a:r>
              <a:rPr lang="en-US" sz="2135"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rPr>
              <a:t>Crop 学尺度与位置不变性，RandAugment 学颜色与形态不变性，Flip 学镜像不变性。</a:t>
            </a:r>
            <a:endParaRPr lang="en-US" sz="2135" dirty="0"/>
          </a:p>
        </p:txBody>
      </p:sp>
      <p:sp>
        <p:nvSpPr>
          <p:cNvPr id="18" name="Text 16"/>
          <p:cNvSpPr/>
          <p:nvPr/>
        </p:nvSpPr>
        <p:spPr>
          <a:xfrm>
            <a:off x="853440" y="5303520"/>
            <a:ext cx="10485120" cy="731520"/>
          </a:xfrm>
          <a:prstGeom prst="rect">
            <a:avLst/>
          </a:prstGeom>
          <a:noFill/>
        </p:spPr>
        <p:txBody>
          <a:bodyPr wrap="square" rtlCol="0" anchor="t"/>
          <a:lstStyle/>
          <a:p>
            <a:pPr marL="0" indent="0">
              <a:lnSpc>
                <a:spcPct val="115000"/>
              </a:lnSpc>
              <a:buNone/>
            </a:pPr>
            <a:r>
              <a:rPr lang="en-US" sz="2135"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rPr>
              <a:t>Erase 模拟遮挡，Normalize 让数值分布稳定，方便训练。</a:t>
            </a:r>
            <a:endParaRPr lang="en-US" sz="2135"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en-US" dirty="0">
                <a:solidFill>
                  <a:schemeClr val="bg1">
                    <a:lumMod val="75000"/>
                  </a:schemeClr>
                </a:solidFill>
                <a:latin typeface="微软雅黑" panose="020B0503020204020204" pitchFamily="34" charset="-122"/>
                <a:ea typeface="微软雅黑" panose="020B0503020204020204" pitchFamily="34" charset="-122"/>
                <a:cs typeface="微软雅黑" panose="020B0503020204020204" pitchFamily="34" charset="-120"/>
                <a:sym typeface="+mn-ea"/>
              </a:rPr>
              <a:t>实验概述与学习目标</a:t>
            </a:r>
            <a:endParaRPr lang="en-US" dirty="0">
              <a:solidFill>
                <a:schemeClr val="bg1">
                  <a:lumMod val="75000"/>
                </a:schemeClr>
              </a:solidFill>
            </a:endParaRPr>
          </a:p>
          <a:p>
            <a:r>
              <a:rPr lang="zh-CN" altLang="en-US" b="1" dirty="0">
                <a:solidFill>
                  <a:schemeClr val="bg1">
                    <a:lumMod val="75000"/>
                  </a:schemeClr>
                </a:solidFill>
                <a:sym typeface="+mn-ea"/>
              </a:rPr>
              <a:t>实验环境配置</a:t>
            </a:r>
            <a:endParaRPr lang="zh-CN" altLang="en-US" b="1" dirty="0">
              <a:solidFill>
                <a:schemeClr val="bg1">
                  <a:lumMod val="75000"/>
                </a:schemeClr>
              </a:solidFill>
            </a:endParaRPr>
          </a:p>
          <a:p>
            <a:r>
              <a:rPr lang="zh-CN" altLang="en-US" b="1" dirty="0">
                <a:solidFill>
                  <a:schemeClr val="bg1">
                    <a:lumMod val="75000"/>
                  </a:schemeClr>
                </a:solidFill>
              </a:rPr>
              <a:t>数据集介绍以及数据处理</a:t>
            </a:r>
            <a:endParaRPr lang="zh-CN" altLang="en-US" b="1" dirty="0">
              <a:solidFill>
                <a:schemeClr val="bg1">
                  <a:lumMod val="75000"/>
                </a:schemeClr>
              </a:solidFill>
            </a:endParaRPr>
          </a:p>
          <a:p>
            <a:r>
              <a:rPr lang="en-US" altLang="zh-CN" b="1" dirty="0">
                <a:solidFill>
                  <a:schemeClr val="tx1"/>
                </a:solidFill>
              </a:rPr>
              <a:t>MobileNetV3</a:t>
            </a:r>
            <a:r>
              <a:rPr lang="zh-CN" altLang="en-US" b="1" dirty="0">
                <a:solidFill>
                  <a:schemeClr val="tx1"/>
                </a:solidFill>
              </a:rPr>
              <a:t>网络介绍</a:t>
            </a:r>
            <a:endParaRPr lang="zh-CN" altLang="en-US" dirty="0">
              <a:solidFill>
                <a:schemeClr val="bg1">
                  <a:lumMod val="75000"/>
                </a:schemeClr>
              </a:solidFill>
            </a:endParaRPr>
          </a:p>
          <a:p>
            <a:r>
              <a:rPr lang="zh-CN" altLang="en-US" dirty="0">
                <a:solidFill>
                  <a:schemeClr val="bg1">
                    <a:lumMod val="75000"/>
                  </a:schemeClr>
                </a:solidFill>
              </a:rPr>
              <a:t>实验总结</a:t>
            </a:r>
            <a:endParaRPr lang="zh-CN" altLang="en-US" dirty="0">
              <a:solidFill>
                <a:schemeClr val="bg1">
                  <a:lumMod val="75000"/>
                </a:schemeClr>
              </a:solidFill>
            </a:endParaRPr>
          </a:p>
          <a:p>
            <a:r>
              <a:rPr lang="zh-CN" altLang="en-US" dirty="0">
                <a:solidFill>
                  <a:schemeClr val="bg1">
                    <a:lumMod val="75000"/>
                  </a:schemeClr>
                </a:solidFill>
              </a:rPr>
              <a:t>课后习题</a:t>
            </a:r>
            <a:endParaRPr lang="zh-CN" altLang="en-US" dirty="0">
              <a:solidFill>
                <a:schemeClr val="bg1">
                  <a:lumMod val="75000"/>
                </a:schemeClr>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731520" y="304800"/>
            <a:ext cx="10728960" cy="853440"/>
          </a:xfrm>
          <a:prstGeom prst="rect">
            <a:avLst/>
          </a:prstGeom>
          <a:noFill/>
        </p:spPr>
        <p:txBody>
          <a:bodyPr wrap="square" rtlCol="0" anchor="ctr"/>
          <a:lstStyle/>
          <a:p>
            <a:pPr marL="0" indent="0">
              <a:buNone/>
            </a:pPr>
            <a:r>
              <a:rPr lang="en-US" sz="32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0"/>
              </a:rPr>
              <a:t>三块积木，搭出轻量网络</a:t>
            </a:r>
            <a:endParaRPr lang="en-US" sz="32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4" name="Shape 2"/>
          <p:cNvSpPr/>
          <p:nvPr/>
        </p:nvSpPr>
        <p:spPr>
          <a:xfrm>
            <a:off x="755904" y="1194816"/>
            <a:ext cx="2682240" cy="60960"/>
          </a:xfrm>
          <a:prstGeom prst="rect">
            <a:avLst/>
          </a:prstGeom>
          <a:solidFill>
            <a:srgbClr val="E67E22"/>
          </a:solidFill>
        </p:spPr>
      </p:sp>
      <p:sp>
        <p:nvSpPr>
          <p:cNvPr id="5" name="Text 3"/>
          <p:cNvSpPr/>
          <p:nvPr/>
        </p:nvSpPr>
        <p:spPr>
          <a:xfrm>
            <a:off x="853440" y="1524000"/>
            <a:ext cx="6096000" cy="609600"/>
          </a:xfrm>
          <a:prstGeom prst="rect">
            <a:avLst/>
          </a:prstGeom>
          <a:noFill/>
        </p:spPr>
        <p:txBody>
          <a:bodyPr wrap="square" rtlCol="0" anchor="t"/>
          <a:lstStyle/>
          <a:p>
            <a:pPr marL="0" indent="0">
              <a:lnSpc>
                <a:spcPct val="115000"/>
              </a:lnSpc>
              <a:buNone/>
            </a:pPr>
            <a:r>
              <a:rPr lang="en-US" sz="2665" b="1" dirty="0">
                <a:solidFill>
                  <a:srgbClr val="C7000B"/>
                </a:solidFill>
                <a:latin typeface="微软雅黑" panose="020B0503020204020204" pitchFamily="34" charset="-122"/>
                <a:ea typeface="微软雅黑" panose="020B0503020204020204" pitchFamily="34" charset="-122"/>
                <a:cs typeface="微软雅黑" panose="020B0503020204020204" pitchFamily="34" charset="-120"/>
              </a:rPr>
              <a:t>标准卷积算力高，移动端跑不动</a:t>
            </a:r>
            <a:endParaRPr lang="en-US" sz="2665" b="1" dirty="0">
              <a:solidFill>
                <a:srgbClr val="C7000B"/>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6" name="Text 4"/>
          <p:cNvSpPr/>
          <p:nvPr/>
        </p:nvSpPr>
        <p:spPr>
          <a:xfrm>
            <a:off x="853440" y="2194560"/>
            <a:ext cx="6096000" cy="609600"/>
          </a:xfrm>
          <a:prstGeom prst="rect">
            <a:avLst/>
          </a:prstGeom>
          <a:noFill/>
        </p:spPr>
        <p:txBody>
          <a:bodyPr wrap="square" rtlCol="0" anchor="t"/>
          <a:lstStyle/>
          <a:p>
            <a:pPr marL="0" indent="0">
              <a:lnSpc>
                <a:spcPct val="115000"/>
              </a:lnSpc>
              <a:buNone/>
            </a:pPr>
            <a:r>
              <a:rPr lang="en-US" sz="2265"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rPr>
              <a:t>MobileNetV3 用三个模块替换笨重环节：</a:t>
            </a:r>
            <a:endParaRPr lang="en-US" sz="2265" dirty="0"/>
          </a:p>
        </p:txBody>
      </p:sp>
      <p:sp>
        <p:nvSpPr>
          <p:cNvPr id="7" name="Text 5"/>
          <p:cNvSpPr/>
          <p:nvPr/>
        </p:nvSpPr>
        <p:spPr>
          <a:xfrm>
            <a:off x="853440" y="2865120"/>
            <a:ext cx="6583680" cy="853440"/>
          </a:xfrm>
          <a:prstGeom prst="rect">
            <a:avLst/>
          </a:prstGeom>
          <a:noFill/>
        </p:spPr>
        <p:txBody>
          <a:bodyPr wrap="square" rtlCol="0" anchor="t"/>
          <a:lstStyle/>
          <a:p>
            <a:pPr marL="0" indent="0">
              <a:lnSpc>
                <a:spcPct val="115000"/>
              </a:lnSpc>
              <a:buNone/>
            </a:pPr>
            <a:r>
              <a:rPr lang="en-US" sz="2135"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rPr>
              <a:t>1. 深度可分离卷积：把卷积拆成两步，计算量降到约 1/8~1/9</a:t>
            </a:r>
            <a:endParaRPr lang="en-US" sz="2135" dirty="0"/>
          </a:p>
        </p:txBody>
      </p:sp>
      <p:sp>
        <p:nvSpPr>
          <p:cNvPr id="8" name="Text 6"/>
          <p:cNvSpPr/>
          <p:nvPr/>
        </p:nvSpPr>
        <p:spPr>
          <a:xfrm>
            <a:off x="853440" y="3779520"/>
            <a:ext cx="6583680" cy="853440"/>
          </a:xfrm>
          <a:prstGeom prst="rect">
            <a:avLst/>
          </a:prstGeom>
          <a:noFill/>
        </p:spPr>
        <p:txBody>
          <a:bodyPr wrap="square" rtlCol="0" anchor="t"/>
          <a:lstStyle/>
          <a:p>
            <a:pPr marL="0" indent="0">
              <a:lnSpc>
                <a:spcPct val="115000"/>
              </a:lnSpc>
              <a:buNone/>
            </a:pPr>
            <a:r>
              <a:rPr lang="en-US" sz="2135"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rPr>
              <a:t>2. SE 模块：用很少参数学习通道重要性，把算力用在关键通道</a:t>
            </a:r>
            <a:endParaRPr lang="en-US" sz="2135" dirty="0"/>
          </a:p>
        </p:txBody>
      </p:sp>
      <p:sp>
        <p:nvSpPr>
          <p:cNvPr id="9" name="Text 7"/>
          <p:cNvSpPr/>
          <p:nvPr/>
        </p:nvSpPr>
        <p:spPr>
          <a:xfrm>
            <a:off x="853440" y="4693920"/>
            <a:ext cx="6583680" cy="853440"/>
          </a:xfrm>
          <a:prstGeom prst="rect">
            <a:avLst/>
          </a:prstGeom>
          <a:noFill/>
        </p:spPr>
        <p:txBody>
          <a:bodyPr wrap="square" rtlCol="0" anchor="t"/>
          <a:lstStyle/>
          <a:p>
            <a:pPr marL="0" indent="0">
              <a:lnSpc>
                <a:spcPct val="115000"/>
              </a:lnSpc>
              <a:buNone/>
            </a:pPr>
            <a:r>
              <a:rPr lang="en-US" sz="2135"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rPr>
              <a:t>3. h-swish：用分段线性近似 swish，激活更快、更省、更易量化</a:t>
            </a:r>
            <a:endParaRPr lang="en-US" sz="2135" dirty="0"/>
          </a:p>
        </p:txBody>
      </p:sp>
      <p:sp>
        <p:nvSpPr>
          <p:cNvPr id="10" name="Shape 8"/>
          <p:cNvSpPr/>
          <p:nvPr/>
        </p:nvSpPr>
        <p:spPr>
          <a:xfrm>
            <a:off x="8046720" y="1645920"/>
            <a:ext cx="3291840" cy="1097280"/>
          </a:xfrm>
          <a:prstGeom prst="roundRect">
            <a:avLst>
              <a:gd name="adj" fmla="val 8889"/>
            </a:avLst>
          </a:prstGeom>
          <a:solidFill>
            <a:srgbClr val="2E86AB"/>
          </a:solidFill>
          <a:ln w="12700">
            <a:solidFill>
              <a:srgbClr val="FFFFFF"/>
            </a:solidFill>
            <a:prstDash val="solid"/>
          </a:ln>
        </p:spPr>
      </p:sp>
      <p:sp>
        <p:nvSpPr>
          <p:cNvPr id="11" name="Text 9"/>
          <p:cNvSpPr/>
          <p:nvPr/>
        </p:nvSpPr>
        <p:spPr>
          <a:xfrm>
            <a:off x="8107680" y="1645920"/>
            <a:ext cx="3169920" cy="1097280"/>
          </a:xfrm>
          <a:prstGeom prst="rect">
            <a:avLst/>
          </a:prstGeom>
          <a:noFill/>
        </p:spPr>
        <p:txBody>
          <a:bodyPr wrap="square" rtlCol="0" anchor="ctr"/>
          <a:lstStyle/>
          <a:p>
            <a:pPr marL="0" indent="0" algn="ctr">
              <a:buNone/>
            </a:pPr>
            <a:r>
              <a:rPr lang="en-US" sz="2135"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深度可分离卷积</a:t>
            </a:r>
            <a:endParaRPr lang="en-US" sz="2135" dirty="0"/>
          </a:p>
          <a:p>
            <a:pPr marL="0" indent="0" algn="ctr">
              <a:buNone/>
            </a:pPr>
            <a:r>
              <a:rPr lang="en-US" sz="2135"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省计算</a:t>
            </a:r>
            <a:endParaRPr lang="en-US" sz="2135" dirty="0"/>
          </a:p>
        </p:txBody>
      </p:sp>
      <p:sp>
        <p:nvSpPr>
          <p:cNvPr id="12" name="Shape 10"/>
          <p:cNvSpPr/>
          <p:nvPr/>
        </p:nvSpPr>
        <p:spPr>
          <a:xfrm>
            <a:off x="8046720" y="3048000"/>
            <a:ext cx="3291840" cy="1097280"/>
          </a:xfrm>
          <a:prstGeom prst="roundRect">
            <a:avLst>
              <a:gd name="adj" fmla="val 8889"/>
            </a:avLst>
          </a:prstGeom>
          <a:solidFill>
            <a:srgbClr val="E67E22"/>
          </a:solidFill>
          <a:ln w="12700">
            <a:solidFill>
              <a:srgbClr val="FFFFFF"/>
            </a:solidFill>
            <a:prstDash val="solid"/>
          </a:ln>
        </p:spPr>
      </p:sp>
      <p:sp>
        <p:nvSpPr>
          <p:cNvPr id="13" name="Text 11"/>
          <p:cNvSpPr/>
          <p:nvPr/>
        </p:nvSpPr>
        <p:spPr>
          <a:xfrm>
            <a:off x="8107680" y="3048000"/>
            <a:ext cx="3169920" cy="1097280"/>
          </a:xfrm>
          <a:prstGeom prst="rect">
            <a:avLst/>
          </a:prstGeom>
          <a:noFill/>
        </p:spPr>
        <p:txBody>
          <a:bodyPr wrap="square" rtlCol="0" anchor="ctr"/>
          <a:lstStyle/>
          <a:p>
            <a:pPr marL="0" indent="0" algn="ctr">
              <a:buNone/>
            </a:pPr>
            <a:r>
              <a:rPr lang="en-US" sz="2135"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SE 模块</a:t>
            </a:r>
            <a:endParaRPr lang="en-US" sz="2135" dirty="0"/>
          </a:p>
          <a:p>
            <a:pPr marL="0" indent="0" algn="ctr">
              <a:buNone/>
            </a:pPr>
            <a:r>
              <a:rPr lang="en-US" sz="2135"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提精度</a:t>
            </a:r>
            <a:endParaRPr lang="en-US" sz="2135" dirty="0"/>
          </a:p>
        </p:txBody>
      </p:sp>
      <p:sp>
        <p:nvSpPr>
          <p:cNvPr id="14" name="Shape 12"/>
          <p:cNvSpPr/>
          <p:nvPr/>
        </p:nvSpPr>
        <p:spPr>
          <a:xfrm>
            <a:off x="8046720" y="4450080"/>
            <a:ext cx="3291840" cy="1097280"/>
          </a:xfrm>
          <a:prstGeom prst="roundRect">
            <a:avLst>
              <a:gd name="adj" fmla="val 8889"/>
            </a:avLst>
          </a:prstGeom>
          <a:solidFill>
            <a:srgbClr val="27AE60"/>
          </a:solidFill>
          <a:ln w="12700">
            <a:solidFill>
              <a:srgbClr val="FFFFFF"/>
            </a:solidFill>
            <a:prstDash val="solid"/>
          </a:ln>
        </p:spPr>
      </p:sp>
      <p:sp>
        <p:nvSpPr>
          <p:cNvPr id="15" name="Text 13"/>
          <p:cNvSpPr/>
          <p:nvPr/>
        </p:nvSpPr>
        <p:spPr>
          <a:xfrm>
            <a:off x="8107680" y="4450080"/>
            <a:ext cx="3169920" cy="1097280"/>
          </a:xfrm>
          <a:prstGeom prst="rect">
            <a:avLst/>
          </a:prstGeom>
          <a:noFill/>
        </p:spPr>
        <p:txBody>
          <a:bodyPr wrap="square" rtlCol="0" anchor="ctr"/>
          <a:lstStyle/>
          <a:p>
            <a:pPr marL="0" indent="0" algn="ctr">
              <a:buNone/>
            </a:pPr>
            <a:r>
              <a:rPr lang="en-US" sz="2135"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h-swish</a:t>
            </a:r>
            <a:endParaRPr lang="en-US" sz="2135" dirty="0"/>
          </a:p>
          <a:p>
            <a:pPr marL="0" indent="0" algn="ctr">
              <a:buNone/>
            </a:pPr>
            <a:r>
              <a:rPr lang="en-US" sz="2135"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快激活</a:t>
            </a:r>
            <a:endParaRPr lang="en-US" sz="2135" dirty="0"/>
          </a:p>
        </p:txBody>
      </p:sp>
      <p:sp>
        <p:nvSpPr>
          <p:cNvPr id="16" name="Text 14"/>
          <p:cNvSpPr/>
          <p:nvPr/>
        </p:nvSpPr>
        <p:spPr>
          <a:xfrm>
            <a:off x="853440" y="5608320"/>
            <a:ext cx="6583680" cy="609600"/>
          </a:xfrm>
          <a:prstGeom prst="rect">
            <a:avLst/>
          </a:prstGeom>
          <a:noFill/>
        </p:spPr>
        <p:txBody>
          <a:bodyPr wrap="square" rtlCol="0" anchor="t"/>
          <a:lstStyle/>
          <a:p>
            <a:pPr marL="0" indent="0">
              <a:lnSpc>
                <a:spcPct val="115000"/>
              </a:lnSpc>
              <a:buNone/>
            </a:pPr>
            <a:r>
              <a:rPr lang="en-US" sz="2400" b="1" dirty="0">
                <a:solidFill>
                  <a:srgbClr val="C7000B"/>
                </a:solidFill>
                <a:latin typeface="微软雅黑" panose="020B0503020204020204" pitchFamily="34" charset="-122"/>
                <a:ea typeface="微软雅黑" panose="020B0503020204020204" pitchFamily="34" charset="-122"/>
                <a:cs typeface="微软雅黑" panose="020B0503020204020204" pitchFamily="34" charset="-120"/>
              </a:rPr>
              <a:t>三者合起来，就是 MobileNetV3 的 MobileBlock</a:t>
            </a:r>
            <a:endParaRPr lang="en-US" sz="2400" b="1" dirty="0">
              <a:solidFill>
                <a:srgbClr val="C7000B"/>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18" name="Shape 0"/>
          <p:cNvSpPr/>
          <p:nvPr/>
        </p:nvSpPr>
        <p:spPr>
          <a:xfrm>
            <a:off x="1588" y="0"/>
            <a:ext cx="12188952" cy="73152"/>
          </a:xfrm>
          <a:prstGeom prst="rect">
            <a:avLst/>
          </a:prstGeom>
          <a:solidFill>
            <a:srgbClr val="C7000B"/>
          </a:solidFill>
        </p:spPr>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731520" y="304800"/>
            <a:ext cx="10728960" cy="853440"/>
          </a:xfrm>
          <a:prstGeom prst="rect">
            <a:avLst/>
          </a:prstGeom>
          <a:noFill/>
        </p:spPr>
        <p:txBody>
          <a:bodyPr wrap="square" rtlCol="0" anchor="ctr"/>
          <a:lstStyle/>
          <a:p>
            <a:pPr marL="0" indent="0">
              <a:buNone/>
            </a:pPr>
            <a:r>
              <a:rPr lang="en-US" sz="32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0"/>
              </a:rPr>
              <a:t>先看标准卷积：一步做完两件事</a:t>
            </a:r>
            <a:endParaRPr lang="en-US" sz="32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4" name="Shape 2"/>
          <p:cNvSpPr/>
          <p:nvPr/>
        </p:nvSpPr>
        <p:spPr>
          <a:xfrm>
            <a:off x="755904" y="1194816"/>
            <a:ext cx="2682240" cy="60960"/>
          </a:xfrm>
          <a:prstGeom prst="rect">
            <a:avLst/>
          </a:prstGeom>
          <a:solidFill>
            <a:srgbClr val="E67E22"/>
          </a:solidFill>
        </p:spPr>
      </p:sp>
      <p:sp>
        <p:nvSpPr>
          <p:cNvPr id="5" name="Text 3"/>
          <p:cNvSpPr/>
          <p:nvPr/>
        </p:nvSpPr>
        <p:spPr>
          <a:xfrm>
            <a:off x="853440" y="1463040"/>
            <a:ext cx="10485120" cy="731520"/>
          </a:xfrm>
          <a:prstGeom prst="rect">
            <a:avLst/>
          </a:prstGeom>
          <a:noFill/>
        </p:spPr>
        <p:txBody>
          <a:bodyPr wrap="square" rtlCol="0" anchor="t"/>
          <a:lstStyle/>
          <a:p>
            <a:pPr marL="0" indent="0">
              <a:lnSpc>
                <a:spcPct val="115000"/>
              </a:lnSpc>
              <a:buNone/>
            </a:pPr>
            <a:r>
              <a:rPr lang="en-US" sz="2400"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rPr>
              <a:t>标准卷积同时做「空间扫描 + 通道混合」，一次卷积把所有信息揉在一起。</a:t>
            </a:r>
            <a:endParaRPr lang="en-US" sz="2400" dirty="0"/>
          </a:p>
        </p:txBody>
      </p:sp>
      <p:sp>
        <p:nvSpPr>
          <p:cNvPr id="6" name="Shape 4"/>
          <p:cNvSpPr/>
          <p:nvPr/>
        </p:nvSpPr>
        <p:spPr>
          <a:xfrm>
            <a:off x="1097280" y="2438400"/>
            <a:ext cx="1463040" cy="1463040"/>
          </a:xfrm>
          <a:prstGeom prst="roundRect">
            <a:avLst>
              <a:gd name="adj" fmla="val 6667"/>
            </a:avLst>
          </a:prstGeom>
          <a:solidFill>
            <a:srgbClr val="2E86AB"/>
          </a:solidFill>
          <a:ln w="12700">
            <a:solidFill>
              <a:srgbClr val="FFFFFF"/>
            </a:solidFill>
            <a:prstDash val="solid"/>
          </a:ln>
        </p:spPr>
      </p:sp>
      <p:sp>
        <p:nvSpPr>
          <p:cNvPr id="7" name="Text 5"/>
          <p:cNvSpPr/>
          <p:nvPr/>
        </p:nvSpPr>
        <p:spPr>
          <a:xfrm>
            <a:off x="1158240" y="2438400"/>
            <a:ext cx="1341120" cy="1463040"/>
          </a:xfrm>
          <a:prstGeom prst="rect">
            <a:avLst/>
          </a:prstGeom>
          <a:noFill/>
        </p:spPr>
        <p:txBody>
          <a:bodyPr wrap="square" rtlCol="0" anchor="ctr"/>
          <a:lstStyle/>
          <a:p>
            <a:pPr marL="0" indent="0" algn="ctr">
              <a:buNone/>
            </a:pPr>
            <a:r>
              <a:rPr lang="en-US" sz="2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输入</a:t>
            </a:r>
            <a:endParaRPr lang="en-US" sz="2000" dirty="0"/>
          </a:p>
          <a:p>
            <a:pPr marL="0" indent="0" algn="ctr">
              <a:buNone/>
            </a:pPr>
            <a:r>
              <a:rPr lang="en-US" sz="2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3×3×3</a:t>
            </a:r>
            <a:endParaRPr lang="en-US" sz="2000" dirty="0"/>
          </a:p>
        </p:txBody>
      </p:sp>
      <p:sp>
        <p:nvSpPr>
          <p:cNvPr id="8" name="Shape 6"/>
          <p:cNvSpPr/>
          <p:nvPr/>
        </p:nvSpPr>
        <p:spPr>
          <a:xfrm>
            <a:off x="2682240" y="3169920"/>
            <a:ext cx="853440" cy="0"/>
          </a:xfrm>
          <a:prstGeom prst="line">
            <a:avLst/>
          </a:prstGeom>
          <a:noFill/>
          <a:ln w="31750">
            <a:solidFill>
              <a:srgbClr val="1F4E79"/>
            </a:solidFill>
            <a:prstDash val="solid"/>
            <a:tailEnd type="triangle"/>
          </a:ln>
        </p:spPr>
      </p:sp>
      <p:sp>
        <p:nvSpPr>
          <p:cNvPr id="9" name="Shape 7"/>
          <p:cNvSpPr/>
          <p:nvPr/>
        </p:nvSpPr>
        <p:spPr>
          <a:xfrm>
            <a:off x="3657600" y="2438400"/>
            <a:ext cx="1706880" cy="1463040"/>
          </a:xfrm>
          <a:prstGeom prst="roundRect">
            <a:avLst>
              <a:gd name="adj" fmla="val 6667"/>
            </a:avLst>
          </a:prstGeom>
          <a:solidFill>
            <a:srgbClr val="8E44AD"/>
          </a:solidFill>
          <a:ln w="12700">
            <a:solidFill>
              <a:srgbClr val="FFFFFF"/>
            </a:solidFill>
            <a:prstDash val="solid"/>
          </a:ln>
        </p:spPr>
      </p:sp>
      <p:sp>
        <p:nvSpPr>
          <p:cNvPr id="10" name="Text 8"/>
          <p:cNvSpPr/>
          <p:nvPr/>
        </p:nvSpPr>
        <p:spPr>
          <a:xfrm>
            <a:off x="3718560" y="2438400"/>
            <a:ext cx="1584960" cy="1463040"/>
          </a:xfrm>
          <a:prstGeom prst="rect">
            <a:avLst/>
          </a:prstGeom>
          <a:noFill/>
        </p:spPr>
        <p:txBody>
          <a:bodyPr wrap="square" rtlCol="0" anchor="ctr"/>
          <a:lstStyle/>
          <a:p>
            <a:pPr marL="0" indent="0" algn="ctr">
              <a:buNone/>
            </a:pPr>
            <a:r>
              <a:rPr lang="en-US" sz="2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卷积核</a:t>
            </a:r>
            <a:endParaRPr lang="en-US" sz="2000" dirty="0"/>
          </a:p>
          <a:p>
            <a:pPr marL="0" indent="0" algn="ctr">
              <a:buNone/>
            </a:pPr>
            <a:r>
              <a:rPr lang="en-US" sz="2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3×3×3</a:t>
            </a:r>
            <a:endParaRPr lang="en-US" sz="2000" dirty="0"/>
          </a:p>
        </p:txBody>
      </p:sp>
      <p:sp>
        <p:nvSpPr>
          <p:cNvPr id="11" name="Shape 9"/>
          <p:cNvSpPr/>
          <p:nvPr/>
        </p:nvSpPr>
        <p:spPr>
          <a:xfrm>
            <a:off x="5486400" y="3169920"/>
            <a:ext cx="853440" cy="0"/>
          </a:xfrm>
          <a:prstGeom prst="line">
            <a:avLst/>
          </a:prstGeom>
          <a:noFill/>
          <a:ln w="31750">
            <a:solidFill>
              <a:srgbClr val="1F4E79"/>
            </a:solidFill>
            <a:prstDash val="solid"/>
            <a:tailEnd type="triangle"/>
          </a:ln>
        </p:spPr>
      </p:sp>
      <p:sp>
        <p:nvSpPr>
          <p:cNvPr id="12" name="Shape 10"/>
          <p:cNvSpPr/>
          <p:nvPr/>
        </p:nvSpPr>
        <p:spPr>
          <a:xfrm>
            <a:off x="6461760" y="2438400"/>
            <a:ext cx="1463040" cy="1463040"/>
          </a:xfrm>
          <a:prstGeom prst="roundRect">
            <a:avLst>
              <a:gd name="adj" fmla="val 6667"/>
            </a:avLst>
          </a:prstGeom>
          <a:solidFill>
            <a:srgbClr val="27AE60"/>
          </a:solidFill>
          <a:ln w="12700">
            <a:solidFill>
              <a:srgbClr val="FFFFFF"/>
            </a:solidFill>
            <a:prstDash val="solid"/>
          </a:ln>
        </p:spPr>
      </p:sp>
      <p:sp>
        <p:nvSpPr>
          <p:cNvPr id="13" name="Text 11"/>
          <p:cNvSpPr/>
          <p:nvPr/>
        </p:nvSpPr>
        <p:spPr>
          <a:xfrm>
            <a:off x="6522720" y="2438400"/>
            <a:ext cx="1341120" cy="1463040"/>
          </a:xfrm>
          <a:prstGeom prst="rect">
            <a:avLst/>
          </a:prstGeom>
          <a:noFill/>
        </p:spPr>
        <p:txBody>
          <a:bodyPr wrap="square" rtlCol="0" anchor="ctr"/>
          <a:lstStyle/>
          <a:p>
            <a:pPr marL="0" indent="0" algn="ctr">
              <a:buNone/>
            </a:pPr>
            <a:r>
              <a:rPr lang="en-US" sz="2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输出</a:t>
            </a:r>
            <a:endParaRPr lang="en-US" sz="2000" dirty="0"/>
          </a:p>
          <a:p>
            <a:pPr marL="0" indent="0" algn="ctr">
              <a:buNone/>
            </a:pPr>
            <a:r>
              <a:rPr lang="en-US" sz="2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特征图</a:t>
            </a:r>
            <a:endParaRPr lang="en-US" sz="2000" dirty="0"/>
          </a:p>
        </p:txBody>
      </p:sp>
      <p:sp>
        <p:nvSpPr>
          <p:cNvPr id="14" name="Text 12"/>
          <p:cNvSpPr/>
          <p:nvPr/>
        </p:nvSpPr>
        <p:spPr>
          <a:xfrm>
            <a:off x="853440" y="4389120"/>
            <a:ext cx="10485120" cy="731520"/>
          </a:xfrm>
          <a:prstGeom prst="rect">
            <a:avLst/>
          </a:prstGeom>
          <a:noFill/>
        </p:spPr>
        <p:txBody>
          <a:bodyPr wrap="square" rtlCol="0" anchor="t"/>
          <a:lstStyle/>
          <a:p>
            <a:pPr marL="0" indent="0" algn="ctr">
              <a:lnSpc>
                <a:spcPct val="115000"/>
              </a:lnSpc>
              <a:buNone/>
            </a:pPr>
            <a:r>
              <a:rPr lang="en-US" sz="2665" b="1" dirty="0">
                <a:solidFill>
                  <a:srgbClr val="C7000B"/>
                </a:solidFill>
                <a:latin typeface="微软雅黑" panose="020B0503020204020204" pitchFamily="34" charset="-122"/>
                <a:ea typeface="微软雅黑" panose="020B0503020204020204" pitchFamily="34" charset="-122"/>
                <a:cs typeface="微软雅黑" panose="020B0503020204020204" pitchFamily="34" charset="-120"/>
              </a:rPr>
              <a:t>计算量 ≈ K×K × C_in × C_out × H×W</a:t>
            </a:r>
            <a:endParaRPr lang="en-US" sz="2665" b="1" dirty="0">
              <a:solidFill>
                <a:srgbClr val="C7000B"/>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15" name="Text 13"/>
          <p:cNvSpPr/>
          <p:nvPr/>
        </p:nvSpPr>
        <p:spPr>
          <a:xfrm>
            <a:off x="853440" y="5242560"/>
            <a:ext cx="10485120" cy="731520"/>
          </a:xfrm>
          <a:prstGeom prst="rect">
            <a:avLst/>
          </a:prstGeom>
          <a:noFill/>
        </p:spPr>
        <p:txBody>
          <a:bodyPr wrap="square" rtlCol="0" anchor="t"/>
          <a:lstStyle/>
          <a:p>
            <a:pPr marL="0" indent="0" algn="ctr">
              <a:lnSpc>
                <a:spcPct val="115000"/>
              </a:lnSpc>
              <a:buNone/>
            </a:pPr>
            <a:r>
              <a:rPr lang="en-US" sz="2135"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rPr>
              <a:t>K 是卷积核边长，C_in/C_out 是输入输出通道数，H/W 是特征图尺寸。</a:t>
            </a:r>
            <a:endParaRPr lang="en-US" sz="2135" dirty="0"/>
          </a:p>
        </p:txBody>
      </p:sp>
      <p:sp>
        <p:nvSpPr>
          <p:cNvPr id="16" name="Shape 0"/>
          <p:cNvSpPr/>
          <p:nvPr/>
        </p:nvSpPr>
        <p:spPr>
          <a:xfrm>
            <a:off x="1588" y="0"/>
            <a:ext cx="12188952" cy="73152"/>
          </a:xfrm>
          <a:prstGeom prst="rect">
            <a:avLst/>
          </a:prstGeom>
          <a:solidFill>
            <a:srgbClr val="C7000B"/>
          </a:solidFill>
        </p:spPr>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731520" y="304800"/>
            <a:ext cx="10728960" cy="853440"/>
          </a:xfrm>
          <a:prstGeom prst="rect">
            <a:avLst/>
          </a:prstGeom>
          <a:noFill/>
        </p:spPr>
        <p:txBody>
          <a:bodyPr wrap="square" rtlCol="0" anchor="ctr"/>
          <a:lstStyle/>
          <a:p>
            <a:pPr marL="0" indent="0">
              <a:buNone/>
            </a:pPr>
            <a:r>
              <a:rPr lang="en-US" sz="32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0"/>
              </a:rPr>
              <a:t>拆成两步：深度卷积 + 逐点卷积</a:t>
            </a:r>
            <a:endParaRPr lang="en-US" sz="32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4" name="Shape 2"/>
          <p:cNvSpPr/>
          <p:nvPr/>
        </p:nvSpPr>
        <p:spPr>
          <a:xfrm>
            <a:off x="755904" y="1194816"/>
            <a:ext cx="2682240" cy="60960"/>
          </a:xfrm>
          <a:prstGeom prst="rect">
            <a:avLst/>
          </a:prstGeom>
          <a:solidFill>
            <a:srgbClr val="E67E22"/>
          </a:solidFill>
        </p:spPr>
      </p:sp>
      <p:sp>
        <p:nvSpPr>
          <p:cNvPr id="5" name="Text 3"/>
          <p:cNvSpPr/>
          <p:nvPr/>
        </p:nvSpPr>
        <p:spPr>
          <a:xfrm>
            <a:off x="853440" y="1402080"/>
            <a:ext cx="10485120" cy="853440"/>
          </a:xfrm>
          <a:prstGeom prst="rect">
            <a:avLst/>
          </a:prstGeom>
          <a:noFill/>
        </p:spPr>
        <p:txBody>
          <a:bodyPr wrap="square" rtlCol="0" anchor="t"/>
          <a:lstStyle/>
          <a:p>
            <a:pPr marL="0" indent="0">
              <a:lnSpc>
                <a:spcPct val="115000"/>
              </a:lnSpc>
              <a:buNone/>
            </a:pPr>
            <a:r>
              <a:rPr lang="en-US" sz="2135"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rPr>
              <a:t>第一步 Depthwise：每个通道用自己的小卷积核，只做空间扫描；第二步 Pointwise：用 1×1 卷积混合通道。</a:t>
            </a:r>
            <a:endParaRPr lang="en-US" sz="2135" dirty="0"/>
          </a:p>
        </p:txBody>
      </p:sp>
      <p:sp>
        <p:nvSpPr>
          <p:cNvPr id="6" name="Shape 4"/>
          <p:cNvSpPr/>
          <p:nvPr/>
        </p:nvSpPr>
        <p:spPr>
          <a:xfrm>
            <a:off x="853440" y="2560320"/>
            <a:ext cx="1341120" cy="1219200"/>
          </a:xfrm>
          <a:prstGeom prst="roundRect">
            <a:avLst>
              <a:gd name="adj" fmla="val 8000"/>
            </a:avLst>
          </a:prstGeom>
          <a:solidFill>
            <a:srgbClr val="2E86AB"/>
          </a:solidFill>
          <a:ln w="12700">
            <a:solidFill>
              <a:srgbClr val="FFFFFF"/>
            </a:solidFill>
            <a:prstDash val="solid"/>
          </a:ln>
        </p:spPr>
      </p:sp>
      <p:sp>
        <p:nvSpPr>
          <p:cNvPr id="7" name="Text 5"/>
          <p:cNvSpPr/>
          <p:nvPr/>
        </p:nvSpPr>
        <p:spPr>
          <a:xfrm>
            <a:off x="914400" y="2560320"/>
            <a:ext cx="1219200" cy="1219200"/>
          </a:xfrm>
          <a:prstGeom prst="rect">
            <a:avLst/>
          </a:prstGeom>
          <a:noFill/>
        </p:spPr>
        <p:txBody>
          <a:bodyPr wrap="square" rtlCol="0" anchor="ctr"/>
          <a:lstStyle/>
          <a:p>
            <a:pPr marL="0" indent="0" algn="ctr">
              <a:buNone/>
            </a:pPr>
            <a:r>
              <a:rPr lang="en-US" sz="1865"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输入</a:t>
            </a:r>
            <a:endParaRPr lang="en-US" sz="1865" dirty="0"/>
          </a:p>
          <a:p>
            <a:pPr marL="0" indent="0" algn="ctr">
              <a:buNone/>
            </a:pPr>
            <a:r>
              <a:rPr lang="en-US" sz="1865"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3 通道</a:t>
            </a:r>
            <a:endParaRPr lang="en-US" sz="1865" dirty="0"/>
          </a:p>
        </p:txBody>
      </p:sp>
      <p:sp>
        <p:nvSpPr>
          <p:cNvPr id="8" name="Shape 6"/>
          <p:cNvSpPr/>
          <p:nvPr/>
        </p:nvSpPr>
        <p:spPr>
          <a:xfrm>
            <a:off x="2316480" y="3169920"/>
            <a:ext cx="731520" cy="0"/>
          </a:xfrm>
          <a:prstGeom prst="line">
            <a:avLst/>
          </a:prstGeom>
          <a:noFill/>
          <a:ln w="31750">
            <a:solidFill>
              <a:srgbClr val="1F4E79"/>
            </a:solidFill>
            <a:prstDash val="solid"/>
            <a:tailEnd type="triangle"/>
          </a:ln>
        </p:spPr>
      </p:sp>
      <p:sp>
        <p:nvSpPr>
          <p:cNvPr id="9" name="Shape 7"/>
          <p:cNvSpPr/>
          <p:nvPr/>
        </p:nvSpPr>
        <p:spPr>
          <a:xfrm>
            <a:off x="3169920" y="2560320"/>
            <a:ext cx="1950720" cy="1219200"/>
          </a:xfrm>
          <a:prstGeom prst="roundRect">
            <a:avLst>
              <a:gd name="adj" fmla="val 8000"/>
            </a:avLst>
          </a:prstGeom>
          <a:solidFill>
            <a:srgbClr val="E67E22"/>
          </a:solidFill>
          <a:ln w="12700">
            <a:solidFill>
              <a:srgbClr val="FFFFFF"/>
            </a:solidFill>
            <a:prstDash val="solid"/>
          </a:ln>
        </p:spPr>
      </p:sp>
      <p:sp>
        <p:nvSpPr>
          <p:cNvPr id="10" name="Text 8"/>
          <p:cNvSpPr/>
          <p:nvPr/>
        </p:nvSpPr>
        <p:spPr>
          <a:xfrm>
            <a:off x="3230880" y="2560320"/>
            <a:ext cx="1828800" cy="1219200"/>
          </a:xfrm>
          <a:prstGeom prst="rect">
            <a:avLst/>
          </a:prstGeom>
          <a:noFill/>
        </p:spPr>
        <p:txBody>
          <a:bodyPr wrap="square" rtlCol="0" anchor="ctr"/>
          <a:lstStyle/>
          <a:p>
            <a:pPr marL="0" indent="0" algn="ctr">
              <a:buNone/>
            </a:pPr>
            <a:r>
              <a:rPr lang="en-US" sz="1735"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Depthwise</a:t>
            </a:r>
            <a:endParaRPr lang="en-US" sz="1735" dirty="0"/>
          </a:p>
          <a:p>
            <a:pPr marL="0" indent="0" algn="ctr">
              <a:buNone/>
            </a:pPr>
            <a:r>
              <a:rPr lang="en-US" sz="1735"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每通道独立卷积</a:t>
            </a:r>
            <a:endParaRPr lang="en-US" sz="1735" dirty="0"/>
          </a:p>
        </p:txBody>
      </p:sp>
      <p:sp>
        <p:nvSpPr>
          <p:cNvPr id="11" name="Shape 9"/>
          <p:cNvSpPr/>
          <p:nvPr/>
        </p:nvSpPr>
        <p:spPr>
          <a:xfrm>
            <a:off x="5242560" y="3169920"/>
            <a:ext cx="731520" cy="0"/>
          </a:xfrm>
          <a:prstGeom prst="line">
            <a:avLst/>
          </a:prstGeom>
          <a:noFill/>
          <a:ln w="31750">
            <a:solidFill>
              <a:srgbClr val="1F4E79"/>
            </a:solidFill>
            <a:prstDash val="solid"/>
            <a:tailEnd type="triangle"/>
          </a:ln>
        </p:spPr>
      </p:sp>
      <p:sp>
        <p:nvSpPr>
          <p:cNvPr id="12" name="Shape 10"/>
          <p:cNvSpPr/>
          <p:nvPr/>
        </p:nvSpPr>
        <p:spPr>
          <a:xfrm>
            <a:off x="6096000" y="2560320"/>
            <a:ext cx="1341120" cy="1219200"/>
          </a:xfrm>
          <a:prstGeom prst="roundRect">
            <a:avLst>
              <a:gd name="adj" fmla="val 8000"/>
            </a:avLst>
          </a:prstGeom>
          <a:solidFill>
            <a:srgbClr val="8E44AD"/>
          </a:solidFill>
          <a:ln w="12700">
            <a:solidFill>
              <a:srgbClr val="FFFFFF"/>
            </a:solidFill>
            <a:prstDash val="solid"/>
          </a:ln>
        </p:spPr>
      </p:sp>
      <p:sp>
        <p:nvSpPr>
          <p:cNvPr id="13" name="Text 11"/>
          <p:cNvSpPr/>
          <p:nvPr/>
        </p:nvSpPr>
        <p:spPr>
          <a:xfrm>
            <a:off x="6156960" y="2560320"/>
            <a:ext cx="1219200" cy="1219200"/>
          </a:xfrm>
          <a:prstGeom prst="rect">
            <a:avLst/>
          </a:prstGeom>
          <a:noFill/>
        </p:spPr>
        <p:txBody>
          <a:bodyPr wrap="square" rtlCol="0" anchor="ctr"/>
          <a:lstStyle/>
          <a:p>
            <a:pPr marL="0" indent="0" algn="ctr">
              <a:buNone/>
            </a:pPr>
            <a:r>
              <a:rPr lang="en-US" sz="1865"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中间</a:t>
            </a:r>
            <a:endParaRPr lang="en-US" sz="1865" dirty="0"/>
          </a:p>
          <a:p>
            <a:pPr marL="0" indent="0" algn="ctr">
              <a:buNone/>
            </a:pPr>
            <a:r>
              <a:rPr lang="en-US" sz="1865"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3 通道</a:t>
            </a:r>
            <a:endParaRPr lang="en-US" sz="1865" dirty="0"/>
          </a:p>
        </p:txBody>
      </p:sp>
      <p:sp>
        <p:nvSpPr>
          <p:cNvPr id="14" name="Shape 12"/>
          <p:cNvSpPr/>
          <p:nvPr/>
        </p:nvSpPr>
        <p:spPr>
          <a:xfrm>
            <a:off x="7559040" y="3169920"/>
            <a:ext cx="731520" cy="0"/>
          </a:xfrm>
          <a:prstGeom prst="line">
            <a:avLst/>
          </a:prstGeom>
          <a:noFill/>
          <a:ln w="31750">
            <a:solidFill>
              <a:srgbClr val="1F4E79"/>
            </a:solidFill>
            <a:prstDash val="solid"/>
            <a:tailEnd type="triangle"/>
          </a:ln>
        </p:spPr>
      </p:sp>
      <p:sp>
        <p:nvSpPr>
          <p:cNvPr id="15" name="Shape 13"/>
          <p:cNvSpPr/>
          <p:nvPr/>
        </p:nvSpPr>
        <p:spPr>
          <a:xfrm>
            <a:off x="8412480" y="2560320"/>
            <a:ext cx="1950720" cy="1219200"/>
          </a:xfrm>
          <a:prstGeom prst="roundRect">
            <a:avLst>
              <a:gd name="adj" fmla="val 8000"/>
            </a:avLst>
          </a:prstGeom>
          <a:solidFill>
            <a:srgbClr val="27AE60"/>
          </a:solidFill>
          <a:ln w="12700">
            <a:solidFill>
              <a:srgbClr val="FFFFFF"/>
            </a:solidFill>
            <a:prstDash val="solid"/>
          </a:ln>
        </p:spPr>
      </p:sp>
      <p:sp>
        <p:nvSpPr>
          <p:cNvPr id="16" name="Text 14"/>
          <p:cNvSpPr/>
          <p:nvPr/>
        </p:nvSpPr>
        <p:spPr>
          <a:xfrm>
            <a:off x="8473440" y="2560320"/>
            <a:ext cx="1828800" cy="1219200"/>
          </a:xfrm>
          <a:prstGeom prst="rect">
            <a:avLst/>
          </a:prstGeom>
          <a:noFill/>
        </p:spPr>
        <p:txBody>
          <a:bodyPr wrap="square" rtlCol="0" anchor="ctr"/>
          <a:lstStyle/>
          <a:p>
            <a:pPr marL="0" indent="0" algn="ctr">
              <a:buNone/>
            </a:pPr>
            <a:r>
              <a:rPr lang="en-US" sz="1735"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Pointwise</a:t>
            </a:r>
            <a:endParaRPr lang="en-US" sz="1735" dirty="0"/>
          </a:p>
          <a:p>
            <a:pPr marL="0" indent="0" algn="ctr">
              <a:buNone/>
            </a:pPr>
            <a:r>
              <a:rPr lang="en-US" sz="1735"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1×1 混合通道</a:t>
            </a:r>
            <a:endParaRPr lang="en-US" sz="1735" dirty="0"/>
          </a:p>
        </p:txBody>
      </p:sp>
      <p:sp>
        <p:nvSpPr>
          <p:cNvPr id="17" name="Shape 15"/>
          <p:cNvSpPr/>
          <p:nvPr/>
        </p:nvSpPr>
        <p:spPr>
          <a:xfrm>
            <a:off x="10485120" y="3169920"/>
            <a:ext cx="609600" cy="0"/>
          </a:xfrm>
          <a:prstGeom prst="line">
            <a:avLst/>
          </a:prstGeom>
          <a:noFill/>
          <a:ln w="31750">
            <a:solidFill>
              <a:srgbClr val="1F4E79"/>
            </a:solidFill>
            <a:prstDash val="solid"/>
            <a:tailEnd type="triangle"/>
          </a:ln>
        </p:spPr>
      </p:sp>
      <p:sp>
        <p:nvSpPr>
          <p:cNvPr id="18" name="Shape 16"/>
          <p:cNvSpPr/>
          <p:nvPr/>
        </p:nvSpPr>
        <p:spPr>
          <a:xfrm>
            <a:off x="10972800" y="2560320"/>
            <a:ext cx="1219200" cy="1219200"/>
          </a:xfrm>
          <a:prstGeom prst="roundRect">
            <a:avLst>
              <a:gd name="adj" fmla="val 8000"/>
            </a:avLst>
          </a:prstGeom>
          <a:solidFill>
            <a:srgbClr val="1F4E79"/>
          </a:solidFill>
          <a:ln w="12700">
            <a:solidFill>
              <a:srgbClr val="FFFFFF"/>
            </a:solidFill>
            <a:prstDash val="solid"/>
          </a:ln>
        </p:spPr>
      </p:sp>
      <p:sp>
        <p:nvSpPr>
          <p:cNvPr id="19" name="Text 17"/>
          <p:cNvSpPr/>
          <p:nvPr/>
        </p:nvSpPr>
        <p:spPr>
          <a:xfrm>
            <a:off x="11033760" y="2560320"/>
            <a:ext cx="1097280" cy="1219200"/>
          </a:xfrm>
          <a:prstGeom prst="rect">
            <a:avLst/>
          </a:prstGeom>
          <a:noFill/>
        </p:spPr>
        <p:txBody>
          <a:bodyPr wrap="square" rtlCol="0" anchor="ctr"/>
          <a:lstStyle/>
          <a:p>
            <a:pPr marL="0" indent="0" algn="ctr">
              <a:buNone/>
            </a:pPr>
            <a:r>
              <a:rPr lang="en-US" sz="1865"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输出</a:t>
            </a:r>
            <a:endParaRPr lang="en-US" sz="1865" dirty="0"/>
          </a:p>
        </p:txBody>
      </p:sp>
      <p:sp>
        <p:nvSpPr>
          <p:cNvPr id="20" name="Text 18"/>
          <p:cNvSpPr/>
          <p:nvPr/>
        </p:nvSpPr>
        <p:spPr>
          <a:xfrm>
            <a:off x="853440" y="4267200"/>
            <a:ext cx="10485120" cy="731520"/>
          </a:xfrm>
          <a:prstGeom prst="rect">
            <a:avLst/>
          </a:prstGeom>
          <a:noFill/>
        </p:spPr>
        <p:txBody>
          <a:bodyPr wrap="square" rtlCol="0" anchor="t"/>
          <a:lstStyle/>
          <a:p>
            <a:pPr marL="0" indent="0" algn="ctr">
              <a:lnSpc>
                <a:spcPct val="115000"/>
              </a:lnSpc>
              <a:buNone/>
            </a:pPr>
            <a:r>
              <a:rPr lang="en-US" sz="2400" b="1" dirty="0">
                <a:solidFill>
                  <a:srgbClr val="C7000B"/>
                </a:solidFill>
                <a:latin typeface="微软雅黑" panose="020B0503020204020204" pitchFamily="34" charset="-122"/>
                <a:ea typeface="微软雅黑" panose="020B0503020204020204" pitchFamily="34" charset="-122"/>
                <a:cs typeface="微软雅黑" panose="020B0503020204020204" pitchFamily="34" charset="-120"/>
              </a:rPr>
              <a:t>功能没变：先扫空间，再混合通道；计算量却大幅下降。</a:t>
            </a:r>
            <a:endParaRPr lang="en-US" sz="2400" b="1" dirty="0">
              <a:solidFill>
                <a:srgbClr val="C7000B"/>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21" name="Text 19"/>
          <p:cNvSpPr/>
          <p:nvPr/>
        </p:nvSpPr>
        <p:spPr>
          <a:xfrm>
            <a:off x="853440" y="5181600"/>
            <a:ext cx="10485120" cy="731520"/>
          </a:xfrm>
          <a:prstGeom prst="rect">
            <a:avLst/>
          </a:prstGeom>
          <a:noFill/>
        </p:spPr>
        <p:txBody>
          <a:bodyPr wrap="square" rtlCol="0" anchor="t"/>
          <a:lstStyle/>
          <a:p>
            <a:pPr marL="0" indent="0" algn="ctr">
              <a:lnSpc>
                <a:spcPct val="115000"/>
              </a:lnSpc>
              <a:buNone/>
            </a:pPr>
            <a:r>
              <a:rPr lang="en-US" sz="2135"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rPr>
              <a:t>就像「先分别擦干净三张滤光片，再用一张小网格把它们叠在一起」。</a:t>
            </a:r>
            <a:endParaRPr lang="en-US" sz="2135" dirty="0"/>
          </a:p>
        </p:txBody>
      </p:sp>
      <p:sp>
        <p:nvSpPr>
          <p:cNvPr id="22" name="Shape 0"/>
          <p:cNvSpPr/>
          <p:nvPr/>
        </p:nvSpPr>
        <p:spPr>
          <a:xfrm>
            <a:off x="1588" y="0"/>
            <a:ext cx="12188952" cy="73152"/>
          </a:xfrm>
          <a:prstGeom prst="rect">
            <a:avLst/>
          </a:prstGeom>
          <a:solidFill>
            <a:srgbClr val="C7000B"/>
          </a:solidFill>
        </p:spPr>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731520" y="304800"/>
            <a:ext cx="10728960" cy="853440"/>
          </a:xfrm>
          <a:prstGeom prst="rect">
            <a:avLst/>
          </a:prstGeom>
          <a:noFill/>
        </p:spPr>
        <p:txBody>
          <a:bodyPr wrap="square" rtlCol="0" anchor="ctr"/>
          <a:lstStyle/>
          <a:p>
            <a:pPr marL="0" indent="0">
              <a:buNone/>
            </a:pPr>
            <a:r>
              <a:rPr lang="en-US" sz="3200" b="1" dirty="0">
                <a:solidFill>
                  <a:srgbClr val="404040"/>
                </a:solidFill>
                <a:latin typeface="微软雅黑" panose="020B0503020204020204" pitchFamily="34" charset="-122"/>
                <a:ea typeface="微软雅黑" panose="020B0503020204020204" pitchFamily="34" charset="-122"/>
                <a:cs typeface="微软雅黑" panose="020B0503020204020204" pitchFamily="34" charset="-120"/>
              </a:rPr>
              <a:t>SE：像聚光灯一样突出重点通道</a:t>
            </a:r>
            <a:endParaRPr lang="en-US" sz="3200" b="1" dirty="0">
              <a:solidFill>
                <a:srgbClr val="404040"/>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4" name="Shape 2"/>
          <p:cNvSpPr/>
          <p:nvPr/>
        </p:nvSpPr>
        <p:spPr>
          <a:xfrm>
            <a:off x="755904" y="1194816"/>
            <a:ext cx="2682240" cy="60960"/>
          </a:xfrm>
          <a:prstGeom prst="rect">
            <a:avLst/>
          </a:prstGeom>
          <a:solidFill>
            <a:srgbClr val="E67E22"/>
          </a:solidFill>
        </p:spPr>
      </p:sp>
      <p:sp>
        <p:nvSpPr>
          <p:cNvPr id="5" name="Text 3"/>
          <p:cNvSpPr/>
          <p:nvPr/>
        </p:nvSpPr>
        <p:spPr>
          <a:xfrm>
            <a:off x="853440" y="1463040"/>
            <a:ext cx="6461760" cy="1219200"/>
          </a:xfrm>
          <a:prstGeom prst="rect">
            <a:avLst/>
          </a:prstGeom>
          <a:noFill/>
        </p:spPr>
        <p:txBody>
          <a:bodyPr wrap="square" rtlCol="0" anchor="t"/>
          <a:lstStyle/>
          <a:p>
            <a:pPr marL="0" indent="0">
              <a:lnSpc>
                <a:spcPct val="115000"/>
              </a:lnSpc>
              <a:buNone/>
            </a:pPr>
            <a:r>
              <a:rPr lang="en-US" sz="2265"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rPr>
              <a:t>不同通道代表不同特征：有的通道识别纹理，有的通道识别颜色。它们对当前任务的重要性不一样。</a:t>
            </a:r>
            <a:endParaRPr lang="en-US" sz="2265" dirty="0"/>
          </a:p>
        </p:txBody>
      </p:sp>
      <p:sp>
        <p:nvSpPr>
          <p:cNvPr id="6" name="Shape 4"/>
          <p:cNvSpPr/>
          <p:nvPr/>
        </p:nvSpPr>
        <p:spPr>
          <a:xfrm>
            <a:off x="7559040" y="1584960"/>
            <a:ext cx="3779520" cy="1950720"/>
          </a:xfrm>
          <a:prstGeom prst="roundRect">
            <a:avLst>
              <a:gd name="adj" fmla="val 5000"/>
            </a:avLst>
          </a:prstGeom>
          <a:solidFill>
            <a:srgbClr val="F2F6FA"/>
          </a:solidFill>
          <a:ln w="12700">
            <a:solidFill>
              <a:srgbClr val="FFFFFF"/>
            </a:solidFill>
            <a:prstDash val="solid"/>
          </a:ln>
        </p:spPr>
      </p:sp>
      <p:sp>
        <p:nvSpPr>
          <p:cNvPr id="7" name="Text 5"/>
          <p:cNvSpPr/>
          <p:nvPr/>
        </p:nvSpPr>
        <p:spPr>
          <a:xfrm>
            <a:off x="7620000" y="1584960"/>
            <a:ext cx="3657600" cy="1950720"/>
          </a:xfrm>
          <a:prstGeom prst="rect">
            <a:avLst/>
          </a:prstGeom>
          <a:noFill/>
        </p:spPr>
        <p:txBody>
          <a:bodyPr wrap="square" rtlCol="0" anchor="ctr"/>
          <a:lstStyle/>
          <a:p>
            <a:pPr marL="0" indent="0" algn="ctr">
              <a:buNone/>
            </a:pPr>
            <a:r>
              <a:rPr lang="en-US" sz="2000" b="1"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rPr>
              <a:t>H×W×C 特征图</a:t>
            </a:r>
            <a:endParaRPr lang="en-US" sz="2000" dirty="0"/>
          </a:p>
          <a:p>
            <a:pPr marL="0" indent="0" algn="ctr">
              <a:buNone/>
            </a:pPr>
            <a:r>
              <a:rPr lang="en-US" sz="2000" b="1"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rPr>
              <a:t>有的通道强，有的弱</a:t>
            </a:r>
            <a:endParaRPr lang="en-US" sz="2000" dirty="0"/>
          </a:p>
        </p:txBody>
      </p:sp>
      <p:sp>
        <p:nvSpPr>
          <p:cNvPr id="8" name="Text 6"/>
          <p:cNvSpPr/>
          <p:nvPr/>
        </p:nvSpPr>
        <p:spPr>
          <a:xfrm>
            <a:off x="853440" y="3048000"/>
            <a:ext cx="6461760" cy="609600"/>
          </a:xfrm>
          <a:prstGeom prst="rect">
            <a:avLst/>
          </a:prstGeom>
          <a:noFill/>
        </p:spPr>
        <p:txBody>
          <a:bodyPr wrap="square" rtlCol="0" anchor="t"/>
          <a:lstStyle/>
          <a:p>
            <a:pPr marL="0" indent="0">
              <a:lnSpc>
                <a:spcPct val="115000"/>
              </a:lnSpc>
              <a:buNone/>
            </a:pPr>
            <a:r>
              <a:rPr lang="en-US" sz="2400" b="1" dirty="0">
                <a:solidFill>
                  <a:srgbClr val="1F4E79"/>
                </a:solidFill>
                <a:latin typeface="微软雅黑" panose="020B0503020204020204" pitchFamily="34" charset="-122"/>
                <a:ea typeface="微软雅黑" panose="020B0503020204020204" pitchFamily="34" charset="-122"/>
                <a:cs typeface="微软雅黑" panose="020B0503020204020204" pitchFamily="34" charset="-120"/>
              </a:rPr>
              <a:t>SE 做三件事：</a:t>
            </a:r>
            <a:endParaRPr lang="en-US" sz="2400" dirty="0"/>
          </a:p>
        </p:txBody>
      </p:sp>
      <p:sp>
        <p:nvSpPr>
          <p:cNvPr id="9" name="Text 7"/>
          <p:cNvSpPr/>
          <p:nvPr/>
        </p:nvSpPr>
        <p:spPr>
          <a:xfrm>
            <a:off x="853440" y="3779520"/>
            <a:ext cx="6461760" cy="609600"/>
          </a:xfrm>
          <a:prstGeom prst="rect">
            <a:avLst/>
          </a:prstGeom>
          <a:noFill/>
        </p:spPr>
        <p:txBody>
          <a:bodyPr wrap="square" rtlCol="0" anchor="t"/>
          <a:lstStyle/>
          <a:p>
            <a:pPr marL="0" indent="0">
              <a:lnSpc>
                <a:spcPct val="115000"/>
              </a:lnSpc>
              <a:buNone/>
            </a:pPr>
            <a:r>
              <a:rPr lang="en-US" sz="2135"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rPr>
              <a:t>1. Squeeze：把每个通道压成一个数</a:t>
            </a:r>
            <a:endParaRPr lang="en-US" sz="2135" dirty="0"/>
          </a:p>
        </p:txBody>
      </p:sp>
      <p:sp>
        <p:nvSpPr>
          <p:cNvPr id="10" name="Text 8"/>
          <p:cNvSpPr/>
          <p:nvPr/>
        </p:nvSpPr>
        <p:spPr>
          <a:xfrm>
            <a:off x="853440" y="4511040"/>
            <a:ext cx="6461760" cy="609600"/>
          </a:xfrm>
          <a:prstGeom prst="rect">
            <a:avLst/>
          </a:prstGeom>
          <a:noFill/>
        </p:spPr>
        <p:txBody>
          <a:bodyPr wrap="square" rtlCol="0" anchor="t"/>
          <a:lstStyle/>
          <a:p>
            <a:pPr marL="0" indent="0">
              <a:lnSpc>
                <a:spcPct val="115000"/>
              </a:lnSpc>
              <a:buNone/>
            </a:pPr>
            <a:r>
              <a:rPr lang="en-US" sz="2135"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rPr>
              <a:t>2. Excitation：学出 0~1 的通道权重</a:t>
            </a:r>
            <a:endParaRPr lang="en-US" sz="2135" dirty="0"/>
          </a:p>
        </p:txBody>
      </p:sp>
      <p:sp>
        <p:nvSpPr>
          <p:cNvPr id="11" name="Text 9"/>
          <p:cNvSpPr/>
          <p:nvPr/>
        </p:nvSpPr>
        <p:spPr>
          <a:xfrm>
            <a:off x="853440" y="5242560"/>
            <a:ext cx="6461760" cy="609600"/>
          </a:xfrm>
          <a:prstGeom prst="rect">
            <a:avLst/>
          </a:prstGeom>
          <a:noFill/>
        </p:spPr>
        <p:txBody>
          <a:bodyPr wrap="square" rtlCol="0" anchor="t"/>
          <a:lstStyle/>
          <a:p>
            <a:pPr marL="0" indent="0">
              <a:lnSpc>
                <a:spcPct val="115000"/>
              </a:lnSpc>
              <a:buNone/>
            </a:pPr>
            <a:r>
              <a:rPr lang="en-US" sz="2135"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rPr>
              <a:t>3. Scale：把权重乘回特征图</a:t>
            </a:r>
            <a:endParaRPr lang="en-US" sz="2135" dirty="0"/>
          </a:p>
        </p:txBody>
      </p:sp>
      <p:sp>
        <p:nvSpPr>
          <p:cNvPr id="12" name="Text 10"/>
          <p:cNvSpPr/>
          <p:nvPr/>
        </p:nvSpPr>
        <p:spPr>
          <a:xfrm>
            <a:off x="7559040" y="4023360"/>
            <a:ext cx="3779520" cy="975360"/>
          </a:xfrm>
          <a:prstGeom prst="rect">
            <a:avLst/>
          </a:prstGeom>
          <a:noFill/>
        </p:spPr>
        <p:txBody>
          <a:bodyPr wrap="square" rtlCol="0" anchor="t"/>
          <a:lstStyle/>
          <a:p>
            <a:pPr marL="0" indent="0">
              <a:lnSpc>
                <a:spcPct val="115000"/>
              </a:lnSpc>
              <a:buNone/>
            </a:pPr>
            <a:r>
              <a:rPr lang="en-US" sz="2135"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0"/>
              </a:rPr>
              <a:t>重要通道被放大，不重要通道被抑制。</a:t>
            </a:r>
            <a:endParaRPr lang="en-US" sz="2135"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13" name="Shape 0"/>
          <p:cNvSpPr/>
          <p:nvPr/>
        </p:nvSpPr>
        <p:spPr>
          <a:xfrm>
            <a:off x="1588" y="0"/>
            <a:ext cx="12188952" cy="73152"/>
          </a:xfrm>
          <a:prstGeom prst="rect">
            <a:avLst/>
          </a:prstGeom>
          <a:solidFill>
            <a:srgbClr val="C7000B"/>
          </a:solidFill>
        </p:spPr>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731520" y="304800"/>
            <a:ext cx="10728960" cy="853440"/>
          </a:xfrm>
          <a:prstGeom prst="rect">
            <a:avLst/>
          </a:prstGeom>
          <a:noFill/>
        </p:spPr>
        <p:txBody>
          <a:bodyPr wrap="square" rtlCol="0" anchor="ctr"/>
          <a:lstStyle/>
          <a:p>
            <a:pPr marL="0" indent="0">
              <a:buNone/>
            </a:pPr>
            <a:r>
              <a:rPr lang="en-US" sz="32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0"/>
              </a:rPr>
              <a:t>第一步 Squeeze：全局平均池化</a:t>
            </a:r>
            <a:endParaRPr lang="en-US" sz="32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4" name="Shape 2"/>
          <p:cNvSpPr/>
          <p:nvPr/>
        </p:nvSpPr>
        <p:spPr>
          <a:xfrm>
            <a:off x="755904" y="1194816"/>
            <a:ext cx="2682240" cy="60960"/>
          </a:xfrm>
          <a:prstGeom prst="rect">
            <a:avLst/>
          </a:prstGeom>
          <a:solidFill>
            <a:srgbClr val="E67E22"/>
          </a:solidFill>
        </p:spPr>
      </p:sp>
      <p:sp>
        <p:nvSpPr>
          <p:cNvPr id="5" name="Shape 3"/>
          <p:cNvSpPr/>
          <p:nvPr/>
        </p:nvSpPr>
        <p:spPr>
          <a:xfrm>
            <a:off x="975360" y="1950720"/>
            <a:ext cx="2438400" cy="1828800"/>
          </a:xfrm>
          <a:prstGeom prst="roundRect">
            <a:avLst>
              <a:gd name="adj" fmla="val 5333"/>
            </a:avLst>
          </a:prstGeom>
          <a:solidFill>
            <a:srgbClr val="E67E22"/>
          </a:solidFill>
          <a:ln w="12700">
            <a:solidFill>
              <a:srgbClr val="FFFFFF"/>
            </a:solidFill>
            <a:prstDash val="solid"/>
          </a:ln>
        </p:spPr>
      </p:sp>
      <p:sp>
        <p:nvSpPr>
          <p:cNvPr id="6" name="Text 4"/>
          <p:cNvSpPr/>
          <p:nvPr/>
        </p:nvSpPr>
        <p:spPr>
          <a:xfrm>
            <a:off x="1036320" y="1950720"/>
            <a:ext cx="2316480" cy="1828800"/>
          </a:xfrm>
          <a:prstGeom prst="rect">
            <a:avLst/>
          </a:prstGeom>
          <a:noFill/>
        </p:spPr>
        <p:txBody>
          <a:bodyPr wrap="square" rtlCol="0" anchor="ctr"/>
          <a:lstStyle/>
          <a:p>
            <a:pPr marL="0" indent="0" algn="ctr">
              <a:buNone/>
            </a:pPr>
            <a:r>
              <a:rPr lang="en-US" sz="2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H×W×C</a:t>
            </a:r>
            <a:endParaRPr lang="en-US" sz="2000" dirty="0"/>
          </a:p>
          <a:p>
            <a:pPr marL="0" indent="0" algn="ctr">
              <a:buNone/>
            </a:pPr>
            <a:r>
              <a:rPr lang="en-US" sz="2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特征图</a:t>
            </a:r>
            <a:endParaRPr lang="en-US" sz="2000" dirty="0"/>
          </a:p>
        </p:txBody>
      </p:sp>
      <p:sp>
        <p:nvSpPr>
          <p:cNvPr id="7" name="Shape 5"/>
          <p:cNvSpPr/>
          <p:nvPr/>
        </p:nvSpPr>
        <p:spPr>
          <a:xfrm>
            <a:off x="3596640" y="2865120"/>
            <a:ext cx="792480" cy="0"/>
          </a:xfrm>
          <a:prstGeom prst="line">
            <a:avLst/>
          </a:prstGeom>
          <a:noFill/>
          <a:ln w="31750">
            <a:solidFill>
              <a:srgbClr val="1F4E79"/>
            </a:solidFill>
            <a:prstDash val="solid"/>
            <a:tailEnd type="triangle"/>
          </a:ln>
        </p:spPr>
      </p:sp>
      <p:sp>
        <p:nvSpPr>
          <p:cNvPr id="8" name="Shape 6"/>
          <p:cNvSpPr/>
          <p:nvPr/>
        </p:nvSpPr>
        <p:spPr>
          <a:xfrm>
            <a:off x="4511040" y="1950720"/>
            <a:ext cx="2682240" cy="1828800"/>
          </a:xfrm>
          <a:prstGeom prst="roundRect">
            <a:avLst>
              <a:gd name="adj" fmla="val 5333"/>
            </a:avLst>
          </a:prstGeom>
          <a:solidFill>
            <a:srgbClr val="8E44AD"/>
          </a:solidFill>
          <a:ln w="12700">
            <a:solidFill>
              <a:srgbClr val="FFFFFF"/>
            </a:solidFill>
            <a:prstDash val="solid"/>
          </a:ln>
        </p:spPr>
      </p:sp>
      <p:sp>
        <p:nvSpPr>
          <p:cNvPr id="9" name="Text 7"/>
          <p:cNvSpPr/>
          <p:nvPr/>
        </p:nvSpPr>
        <p:spPr>
          <a:xfrm>
            <a:off x="4572000" y="1950720"/>
            <a:ext cx="2560320" cy="1828800"/>
          </a:xfrm>
          <a:prstGeom prst="rect">
            <a:avLst/>
          </a:prstGeom>
          <a:noFill/>
        </p:spPr>
        <p:txBody>
          <a:bodyPr wrap="square" rtlCol="0" anchor="ctr"/>
          <a:lstStyle/>
          <a:p>
            <a:pPr marL="0" indent="0" algn="ctr">
              <a:buNone/>
            </a:pPr>
            <a:r>
              <a:rPr lang="en-US" sz="1865"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Global AvgPool</a:t>
            </a:r>
            <a:endParaRPr lang="en-US" sz="1865" dirty="0"/>
          </a:p>
          <a:p>
            <a:pPr marL="0" indent="0" algn="ctr">
              <a:buNone/>
            </a:pPr>
            <a:r>
              <a:rPr lang="en-US" sz="1865"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每个通道取平均</a:t>
            </a:r>
            <a:endParaRPr lang="en-US" sz="1865" dirty="0"/>
          </a:p>
        </p:txBody>
      </p:sp>
      <p:sp>
        <p:nvSpPr>
          <p:cNvPr id="10" name="Shape 8"/>
          <p:cNvSpPr/>
          <p:nvPr/>
        </p:nvSpPr>
        <p:spPr>
          <a:xfrm>
            <a:off x="7376160" y="2865120"/>
            <a:ext cx="792480" cy="0"/>
          </a:xfrm>
          <a:prstGeom prst="line">
            <a:avLst/>
          </a:prstGeom>
          <a:noFill/>
          <a:ln w="31750">
            <a:solidFill>
              <a:srgbClr val="1F4E79"/>
            </a:solidFill>
            <a:prstDash val="solid"/>
            <a:tailEnd type="triangle"/>
          </a:ln>
        </p:spPr>
      </p:sp>
      <p:sp>
        <p:nvSpPr>
          <p:cNvPr id="11" name="Shape 9"/>
          <p:cNvSpPr/>
          <p:nvPr/>
        </p:nvSpPr>
        <p:spPr>
          <a:xfrm>
            <a:off x="8290560" y="1950720"/>
            <a:ext cx="2194560" cy="1828800"/>
          </a:xfrm>
          <a:prstGeom prst="roundRect">
            <a:avLst>
              <a:gd name="adj" fmla="val 5333"/>
            </a:avLst>
          </a:prstGeom>
          <a:solidFill>
            <a:srgbClr val="2E86AB"/>
          </a:solidFill>
          <a:ln w="12700">
            <a:solidFill>
              <a:srgbClr val="FFFFFF"/>
            </a:solidFill>
            <a:prstDash val="solid"/>
          </a:ln>
        </p:spPr>
      </p:sp>
      <p:sp>
        <p:nvSpPr>
          <p:cNvPr id="12" name="Text 10"/>
          <p:cNvSpPr/>
          <p:nvPr/>
        </p:nvSpPr>
        <p:spPr>
          <a:xfrm>
            <a:off x="8351520" y="1950720"/>
            <a:ext cx="2072640" cy="1828800"/>
          </a:xfrm>
          <a:prstGeom prst="rect">
            <a:avLst/>
          </a:prstGeom>
          <a:noFill/>
        </p:spPr>
        <p:txBody>
          <a:bodyPr wrap="square" rtlCol="0" anchor="ctr"/>
          <a:lstStyle/>
          <a:p>
            <a:pPr marL="0" indent="0" algn="ctr">
              <a:buNone/>
            </a:pPr>
            <a:r>
              <a:rPr lang="en-US" sz="1865"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1×1×C</a:t>
            </a:r>
            <a:endParaRPr lang="en-US" sz="1865" dirty="0"/>
          </a:p>
          <a:p>
            <a:pPr marL="0" indent="0" algn="ctr">
              <a:buNone/>
            </a:pPr>
            <a:r>
              <a:rPr lang="en-US" sz="1865"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通道描述向量</a:t>
            </a:r>
            <a:endParaRPr lang="en-US" sz="1865" dirty="0"/>
          </a:p>
        </p:txBody>
      </p:sp>
      <p:sp>
        <p:nvSpPr>
          <p:cNvPr id="13" name="Text 11"/>
          <p:cNvSpPr/>
          <p:nvPr/>
        </p:nvSpPr>
        <p:spPr>
          <a:xfrm>
            <a:off x="853440" y="4267200"/>
            <a:ext cx="10485120" cy="975360"/>
          </a:xfrm>
          <a:prstGeom prst="rect">
            <a:avLst/>
          </a:prstGeom>
          <a:noFill/>
        </p:spPr>
        <p:txBody>
          <a:bodyPr wrap="square" rtlCol="0" anchor="t"/>
          <a:lstStyle/>
          <a:p>
            <a:pPr marL="0" indent="0">
              <a:lnSpc>
                <a:spcPct val="115000"/>
              </a:lnSpc>
              <a:buNone/>
            </a:pPr>
            <a:r>
              <a:rPr lang="en-US" sz="2265"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rPr>
              <a:t>把每个通道的 H×W 特征压缩成一个数值，表示“这个通道整体激活有多强”。</a:t>
            </a:r>
            <a:endParaRPr lang="en-US" sz="2265" dirty="0"/>
          </a:p>
        </p:txBody>
      </p:sp>
      <p:sp>
        <p:nvSpPr>
          <p:cNvPr id="14" name="Text 12"/>
          <p:cNvSpPr/>
          <p:nvPr/>
        </p:nvSpPr>
        <p:spPr>
          <a:xfrm>
            <a:off x="853440" y="5242560"/>
            <a:ext cx="10485120" cy="731520"/>
          </a:xfrm>
          <a:prstGeom prst="rect">
            <a:avLst/>
          </a:prstGeom>
          <a:noFill/>
        </p:spPr>
        <p:txBody>
          <a:bodyPr wrap="square" rtlCol="0" anchor="t"/>
          <a:lstStyle/>
          <a:p>
            <a:pPr marL="0" indent="0">
              <a:lnSpc>
                <a:spcPct val="115000"/>
              </a:lnSpc>
              <a:buNone/>
            </a:pPr>
            <a:r>
              <a:rPr lang="en-US" sz="2135" dirty="0">
                <a:solidFill>
                  <a:srgbClr val="7F8C8D"/>
                </a:solidFill>
                <a:latin typeface="微软雅黑" panose="020B0503020204020204" pitchFamily="34" charset="-122"/>
                <a:ea typeface="微软雅黑" panose="020B0503020204020204" pitchFamily="34" charset="-122"/>
                <a:cs typeface="微软雅黑" panose="020B0503020204020204" pitchFamily="34" charset="-120"/>
              </a:rPr>
              <a:t>想象成把一整页内容总结成一个关键词。</a:t>
            </a:r>
            <a:endParaRPr lang="en-US" sz="2135" dirty="0"/>
          </a:p>
        </p:txBody>
      </p:sp>
      <p:sp>
        <p:nvSpPr>
          <p:cNvPr id="15" name="Shape 0"/>
          <p:cNvSpPr/>
          <p:nvPr/>
        </p:nvSpPr>
        <p:spPr>
          <a:xfrm>
            <a:off x="1588" y="0"/>
            <a:ext cx="12188952" cy="73152"/>
          </a:xfrm>
          <a:prstGeom prst="rect">
            <a:avLst/>
          </a:prstGeom>
          <a:solidFill>
            <a:srgbClr val="C7000B"/>
          </a:solidFill>
        </p:spPr>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731520" y="304800"/>
            <a:ext cx="10728960" cy="853440"/>
          </a:xfrm>
          <a:prstGeom prst="rect">
            <a:avLst/>
          </a:prstGeom>
          <a:noFill/>
        </p:spPr>
        <p:txBody>
          <a:bodyPr wrap="square" rtlCol="0" anchor="ctr"/>
          <a:lstStyle/>
          <a:p>
            <a:pPr marL="0" indent="0">
              <a:buNone/>
            </a:pPr>
            <a:r>
              <a:rPr lang="en-US" sz="32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0"/>
              </a:rPr>
              <a:t>第二步 Excitation：两层小网络学权重</a:t>
            </a:r>
            <a:endParaRPr lang="en-US" sz="32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4" name="Shape 2"/>
          <p:cNvSpPr/>
          <p:nvPr/>
        </p:nvSpPr>
        <p:spPr>
          <a:xfrm>
            <a:off x="755904" y="1194816"/>
            <a:ext cx="2682240" cy="60960"/>
          </a:xfrm>
          <a:prstGeom prst="rect">
            <a:avLst/>
          </a:prstGeom>
          <a:solidFill>
            <a:srgbClr val="E67E22"/>
          </a:solidFill>
        </p:spPr>
      </p:sp>
      <p:sp>
        <p:nvSpPr>
          <p:cNvPr id="5" name="Shape 3"/>
          <p:cNvSpPr/>
          <p:nvPr/>
        </p:nvSpPr>
        <p:spPr>
          <a:xfrm>
            <a:off x="975360" y="1828800"/>
            <a:ext cx="1950720" cy="1219200"/>
          </a:xfrm>
          <a:prstGeom prst="roundRect">
            <a:avLst>
              <a:gd name="adj" fmla="val 8000"/>
            </a:avLst>
          </a:prstGeom>
          <a:solidFill>
            <a:srgbClr val="2E86AB"/>
          </a:solidFill>
          <a:ln w="12700">
            <a:solidFill>
              <a:srgbClr val="FFFFFF"/>
            </a:solidFill>
            <a:prstDash val="solid"/>
          </a:ln>
        </p:spPr>
      </p:sp>
      <p:sp>
        <p:nvSpPr>
          <p:cNvPr id="6" name="Text 4"/>
          <p:cNvSpPr/>
          <p:nvPr/>
        </p:nvSpPr>
        <p:spPr>
          <a:xfrm>
            <a:off x="1036320" y="1828800"/>
            <a:ext cx="1828800" cy="1219200"/>
          </a:xfrm>
          <a:prstGeom prst="rect">
            <a:avLst/>
          </a:prstGeom>
          <a:noFill/>
        </p:spPr>
        <p:txBody>
          <a:bodyPr wrap="square" rtlCol="0" anchor="ctr"/>
          <a:lstStyle/>
          <a:p>
            <a:pPr marL="0" indent="0" algn="ctr">
              <a:buNone/>
            </a:pPr>
            <a:r>
              <a:rPr lang="en-US" sz="1865"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1×1×C</a:t>
            </a:r>
            <a:endParaRPr lang="en-US" sz="1865" dirty="0"/>
          </a:p>
        </p:txBody>
      </p:sp>
      <p:sp>
        <p:nvSpPr>
          <p:cNvPr id="7" name="Shape 5"/>
          <p:cNvSpPr/>
          <p:nvPr/>
        </p:nvSpPr>
        <p:spPr>
          <a:xfrm>
            <a:off x="3048000" y="2438400"/>
            <a:ext cx="731520" cy="0"/>
          </a:xfrm>
          <a:prstGeom prst="line">
            <a:avLst/>
          </a:prstGeom>
          <a:noFill/>
          <a:ln w="31750">
            <a:solidFill>
              <a:srgbClr val="1F4E79"/>
            </a:solidFill>
            <a:prstDash val="solid"/>
            <a:tailEnd type="triangle"/>
          </a:ln>
        </p:spPr>
      </p:sp>
      <p:sp>
        <p:nvSpPr>
          <p:cNvPr id="8" name="Shape 6"/>
          <p:cNvSpPr/>
          <p:nvPr/>
        </p:nvSpPr>
        <p:spPr>
          <a:xfrm>
            <a:off x="3901440" y="1828800"/>
            <a:ext cx="2194560" cy="1219200"/>
          </a:xfrm>
          <a:prstGeom prst="roundRect">
            <a:avLst>
              <a:gd name="adj" fmla="val 8000"/>
            </a:avLst>
          </a:prstGeom>
          <a:solidFill>
            <a:srgbClr val="8E44AD"/>
          </a:solidFill>
          <a:ln w="12700">
            <a:solidFill>
              <a:srgbClr val="FFFFFF"/>
            </a:solidFill>
            <a:prstDash val="solid"/>
          </a:ln>
        </p:spPr>
      </p:sp>
      <p:sp>
        <p:nvSpPr>
          <p:cNvPr id="9" name="Text 7"/>
          <p:cNvSpPr/>
          <p:nvPr/>
        </p:nvSpPr>
        <p:spPr>
          <a:xfrm>
            <a:off x="3962400" y="1828800"/>
            <a:ext cx="2072640" cy="1219200"/>
          </a:xfrm>
          <a:prstGeom prst="rect">
            <a:avLst/>
          </a:prstGeom>
          <a:noFill/>
        </p:spPr>
        <p:txBody>
          <a:bodyPr wrap="square" rtlCol="0" anchor="ctr"/>
          <a:lstStyle/>
          <a:p>
            <a:pPr marL="0" indent="0" algn="ctr">
              <a:buNone/>
            </a:pPr>
            <a:r>
              <a:rPr lang="en-US" sz="1735"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FC 压缩</a:t>
            </a:r>
            <a:endParaRPr lang="en-US" sz="1735" dirty="0"/>
          </a:p>
          <a:p>
            <a:pPr marL="0" indent="0" algn="ctr">
              <a:buNone/>
            </a:pPr>
            <a:r>
              <a:rPr lang="en-US" sz="1735"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C → C/r</a:t>
            </a:r>
            <a:endParaRPr lang="en-US" sz="1735" dirty="0"/>
          </a:p>
        </p:txBody>
      </p:sp>
      <p:sp>
        <p:nvSpPr>
          <p:cNvPr id="10" name="Shape 8"/>
          <p:cNvSpPr/>
          <p:nvPr/>
        </p:nvSpPr>
        <p:spPr>
          <a:xfrm>
            <a:off x="6217920" y="2438400"/>
            <a:ext cx="731520" cy="0"/>
          </a:xfrm>
          <a:prstGeom prst="line">
            <a:avLst/>
          </a:prstGeom>
          <a:noFill/>
          <a:ln w="31750">
            <a:solidFill>
              <a:srgbClr val="1F4E79"/>
            </a:solidFill>
            <a:prstDash val="solid"/>
            <a:tailEnd type="triangle"/>
          </a:ln>
        </p:spPr>
      </p:sp>
      <p:sp>
        <p:nvSpPr>
          <p:cNvPr id="11" name="Shape 9"/>
          <p:cNvSpPr/>
          <p:nvPr/>
        </p:nvSpPr>
        <p:spPr>
          <a:xfrm>
            <a:off x="7071360" y="1828800"/>
            <a:ext cx="1828800" cy="1219200"/>
          </a:xfrm>
          <a:prstGeom prst="roundRect">
            <a:avLst>
              <a:gd name="adj" fmla="val 8000"/>
            </a:avLst>
          </a:prstGeom>
          <a:solidFill>
            <a:srgbClr val="27AE60"/>
          </a:solidFill>
          <a:ln w="12700">
            <a:solidFill>
              <a:srgbClr val="FFFFFF"/>
            </a:solidFill>
            <a:prstDash val="solid"/>
          </a:ln>
        </p:spPr>
      </p:sp>
      <p:sp>
        <p:nvSpPr>
          <p:cNvPr id="12" name="Text 10"/>
          <p:cNvSpPr/>
          <p:nvPr/>
        </p:nvSpPr>
        <p:spPr>
          <a:xfrm>
            <a:off x="7132320" y="1828800"/>
            <a:ext cx="1706880" cy="1219200"/>
          </a:xfrm>
          <a:prstGeom prst="rect">
            <a:avLst/>
          </a:prstGeom>
          <a:noFill/>
        </p:spPr>
        <p:txBody>
          <a:bodyPr wrap="square" rtlCol="0" anchor="ctr"/>
          <a:lstStyle/>
          <a:p>
            <a:pPr marL="0" indent="0" algn="ctr">
              <a:buNone/>
            </a:pPr>
            <a:r>
              <a:rPr lang="en-US" sz="1865"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ReLU</a:t>
            </a:r>
            <a:endParaRPr lang="en-US" sz="1865" dirty="0"/>
          </a:p>
        </p:txBody>
      </p:sp>
      <p:sp>
        <p:nvSpPr>
          <p:cNvPr id="13" name="Shape 11"/>
          <p:cNvSpPr/>
          <p:nvPr/>
        </p:nvSpPr>
        <p:spPr>
          <a:xfrm>
            <a:off x="9022080" y="2438400"/>
            <a:ext cx="731520" cy="0"/>
          </a:xfrm>
          <a:prstGeom prst="line">
            <a:avLst/>
          </a:prstGeom>
          <a:noFill/>
          <a:ln w="31750">
            <a:solidFill>
              <a:srgbClr val="1F4E79"/>
            </a:solidFill>
            <a:prstDash val="solid"/>
            <a:tailEnd type="triangle"/>
          </a:ln>
        </p:spPr>
      </p:sp>
      <p:sp>
        <p:nvSpPr>
          <p:cNvPr id="14" name="Shape 12"/>
          <p:cNvSpPr/>
          <p:nvPr/>
        </p:nvSpPr>
        <p:spPr>
          <a:xfrm>
            <a:off x="9875520" y="1828800"/>
            <a:ext cx="1950720" cy="1219200"/>
          </a:xfrm>
          <a:prstGeom prst="roundRect">
            <a:avLst>
              <a:gd name="adj" fmla="val 8000"/>
            </a:avLst>
          </a:prstGeom>
          <a:solidFill>
            <a:srgbClr val="8E44AD"/>
          </a:solidFill>
          <a:ln w="12700">
            <a:solidFill>
              <a:srgbClr val="FFFFFF"/>
            </a:solidFill>
            <a:prstDash val="solid"/>
          </a:ln>
        </p:spPr>
      </p:sp>
      <p:sp>
        <p:nvSpPr>
          <p:cNvPr id="15" name="Text 13"/>
          <p:cNvSpPr/>
          <p:nvPr/>
        </p:nvSpPr>
        <p:spPr>
          <a:xfrm>
            <a:off x="9936480" y="1828800"/>
            <a:ext cx="1828800" cy="1219200"/>
          </a:xfrm>
          <a:prstGeom prst="rect">
            <a:avLst/>
          </a:prstGeom>
          <a:noFill/>
        </p:spPr>
        <p:txBody>
          <a:bodyPr wrap="square" rtlCol="0" anchor="ctr"/>
          <a:lstStyle/>
          <a:p>
            <a:pPr marL="0" indent="0" algn="ctr">
              <a:buNone/>
            </a:pPr>
            <a:r>
              <a:rPr lang="en-US" sz="1735"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FC 放大</a:t>
            </a:r>
            <a:endParaRPr lang="en-US" sz="1735" dirty="0"/>
          </a:p>
          <a:p>
            <a:pPr marL="0" indent="0" algn="ctr">
              <a:buNone/>
            </a:pPr>
            <a:r>
              <a:rPr lang="en-US" sz="1735"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C/r → C</a:t>
            </a:r>
            <a:endParaRPr lang="en-US" sz="1735" dirty="0"/>
          </a:p>
        </p:txBody>
      </p:sp>
      <p:sp>
        <p:nvSpPr>
          <p:cNvPr id="16" name="Text 14"/>
          <p:cNvSpPr/>
          <p:nvPr/>
        </p:nvSpPr>
        <p:spPr>
          <a:xfrm>
            <a:off x="853440" y="3535680"/>
            <a:ext cx="10485120" cy="853440"/>
          </a:xfrm>
          <a:prstGeom prst="rect">
            <a:avLst/>
          </a:prstGeom>
          <a:noFill/>
        </p:spPr>
        <p:txBody>
          <a:bodyPr wrap="square" rtlCol="0" anchor="t"/>
          <a:lstStyle/>
          <a:p>
            <a:pPr marL="0" indent="0">
              <a:lnSpc>
                <a:spcPct val="115000"/>
              </a:lnSpc>
              <a:buNone/>
            </a:pPr>
            <a:r>
              <a:rPr lang="en-US" sz="2265"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rPr>
              <a:t>再用 Sigmoid 把输出压到 0~1，得到每个通道的“重要性权重”。</a:t>
            </a:r>
            <a:endParaRPr lang="en-US" sz="2265" dirty="0"/>
          </a:p>
        </p:txBody>
      </p:sp>
      <p:sp>
        <p:nvSpPr>
          <p:cNvPr id="17" name="Text 15"/>
          <p:cNvSpPr/>
          <p:nvPr/>
        </p:nvSpPr>
        <p:spPr>
          <a:xfrm>
            <a:off x="853440" y="4511040"/>
            <a:ext cx="10485120" cy="975360"/>
          </a:xfrm>
          <a:prstGeom prst="rect">
            <a:avLst/>
          </a:prstGeom>
          <a:noFill/>
        </p:spPr>
        <p:txBody>
          <a:bodyPr wrap="square" rtlCol="0" anchor="t"/>
          <a:lstStyle/>
          <a:p>
            <a:pPr marL="0" indent="0">
              <a:lnSpc>
                <a:spcPct val="115000"/>
              </a:lnSpc>
              <a:buNone/>
            </a:pPr>
            <a:r>
              <a:rPr lang="en-US" sz="2135"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rPr>
              <a:t>先压缩再放大，是为了用很少参数学习通道之间的依赖关系，而不是直接算 C×C 的大矩阵。</a:t>
            </a:r>
            <a:endParaRPr lang="en-US" sz="2135" dirty="0"/>
          </a:p>
        </p:txBody>
      </p:sp>
      <p:sp>
        <p:nvSpPr>
          <p:cNvPr id="18" name="Text 16"/>
          <p:cNvSpPr/>
          <p:nvPr/>
        </p:nvSpPr>
        <p:spPr>
          <a:xfrm>
            <a:off x="853440" y="5608320"/>
            <a:ext cx="10485120" cy="609600"/>
          </a:xfrm>
          <a:prstGeom prst="rect">
            <a:avLst/>
          </a:prstGeom>
          <a:noFill/>
        </p:spPr>
        <p:txBody>
          <a:bodyPr wrap="square" rtlCol="0" anchor="t"/>
          <a:lstStyle/>
          <a:p>
            <a:pPr marL="0" indent="0">
              <a:lnSpc>
                <a:spcPct val="115000"/>
              </a:lnSpc>
              <a:buNone/>
            </a:pPr>
            <a:r>
              <a:rPr lang="en-US" sz="2000" dirty="0">
                <a:solidFill>
                  <a:srgbClr val="7F8C8D"/>
                </a:solidFill>
                <a:latin typeface="微软雅黑" panose="020B0503020204020204" pitchFamily="34" charset="-122"/>
                <a:ea typeface="微软雅黑" panose="020B0503020204020204" pitchFamily="34" charset="-122"/>
                <a:cs typeface="微软雅黑" panose="020B0503020204020204" pitchFamily="34" charset="-120"/>
              </a:rPr>
              <a:t>r 是压缩比，实验中通常取 4，参数开销很小。</a:t>
            </a:r>
            <a:endParaRPr lang="en-US" sz="2000" dirty="0"/>
          </a:p>
        </p:txBody>
      </p:sp>
      <p:sp>
        <p:nvSpPr>
          <p:cNvPr id="19" name="Shape 0"/>
          <p:cNvSpPr/>
          <p:nvPr/>
        </p:nvSpPr>
        <p:spPr>
          <a:xfrm>
            <a:off x="1588" y="0"/>
            <a:ext cx="12188952" cy="73152"/>
          </a:xfrm>
          <a:prstGeom prst="rect">
            <a:avLst/>
          </a:prstGeom>
          <a:solidFill>
            <a:srgbClr val="C7000B"/>
          </a:solidFill>
        </p:spPr>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731520" y="304800"/>
            <a:ext cx="10728960" cy="853440"/>
          </a:xfrm>
          <a:prstGeom prst="rect">
            <a:avLst/>
          </a:prstGeom>
          <a:noFill/>
        </p:spPr>
        <p:txBody>
          <a:bodyPr wrap="square" rtlCol="0" anchor="ctr"/>
          <a:lstStyle/>
          <a:p>
            <a:pPr marL="0" indent="0">
              <a:buNone/>
            </a:pPr>
            <a:r>
              <a:rPr lang="en-US" sz="32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0"/>
              </a:rPr>
              <a:t>第三步 Scale：把权重乘回特征图</a:t>
            </a:r>
            <a:endParaRPr lang="en-US" sz="32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4" name="Shape 2"/>
          <p:cNvSpPr/>
          <p:nvPr/>
        </p:nvSpPr>
        <p:spPr>
          <a:xfrm>
            <a:off x="755904" y="1194816"/>
            <a:ext cx="2682240" cy="60960"/>
          </a:xfrm>
          <a:prstGeom prst="rect">
            <a:avLst/>
          </a:prstGeom>
          <a:solidFill>
            <a:srgbClr val="E67E22"/>
          </a:solidFill>
        </p:spPr>
      </p:sp>
      <p:sp>
        <p:nvSpPr>
          <p:cNvPr id="5" name="Shape 3"/>
          <p:cNvSpPr/>
          <p:nvPr/>
        </p:nvSpPr>
        <p:spPr>
          <a:xfrm>
            <a:off x="853440" y="1950720"/>
            <a:ext cx="2072640" cy="1463040"/>
          </a:xfrm>
          <a:prstGeom prst="roundRect">
            <a:avLst>
              <a:gd name="adj" fmla="val 6667"/>
            </a:avLst>
          </a:prstGeom>
          <a:solidFill>
            <a:srgbClr val="2E86AB"/>
          </a:solidFill>
          <a:ln w="12700">
            <a:solidFill>
              <a:srgbClr val="FFFFFF"/>
            </a:solidFill>
            <a:prstDash val="solid"/>
          </a:ln>
        </p:spPr>
      </p:sp>
      <p:sp>
        <p:nvSpPr>
          <p:cNvPr id="6" name="Text 4"/>
          <p:cNvSpPr/>
          <p:nvPr/>
        </p:nvSpPr>
        <p:spPr>
          <a:xfrm>
            <a:off x="914400" y="1950720"/>
            <a:ext cx="1950720" cy="1463040"/>
          </a:xfrm>
          <a:prstGeom prst="rect">
            <a:avLst/>
          </a:prstGeom>
          <a:noFill/>
        </p:spPr>
        <p:txBody>
          <a:bodyPr wrap="square" rtlCol="0" anchor="ctr"/>
          <a:lstStyle/>
          <a:p>
            <a:pPr marL="0" indent="0" algn="ctr">
              <a:buNone/>
            </a:pPr>
            <a:r>
              <a:rPr lang="en-US" sz="1865"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输入</a:t>
            </a:r>
            <a:endParaRPr lang="en-US" sz="1865" dirty="0"/>
          </a:p>
          <a:p>
            <a:pPr marL="0" indent="0" algn="ctr">
              <a:buNone/>
            </a:pPr>
            <a:r>
              <a:rPr lang="en-US" sz="1865"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特征图</a:t>
            </a:r>
            <a:endParaRPr lang="en-US" sz="1865" dirty="0"/>
          </a:p>
        </p:txBody>
      </p:sp>
      <p:sp>
        <p:nvSpPr>
          <p:cNvPr id="7" name="Shape 5"/>
          <p:cNvSpPr/>
          <p:nvPr/>
        </p:nvSpPr>
        <p:spPr>
          <a:xfrm>
            <a:off x="3048000" y="2682240"/>
            <a:ext cx="731520" cy="0"/>
          </a:xfrm>
          <a:prstGeom prst="line">
            <a:avLst/>
          </a:prstGeom>
          <a:noFill/>
          <a:ln w="31750">
            <a:solidFill>
              <a:srgbClr val="1F4E79"/>
            </a:solidFill>
            <a:prstDash val="solid"/>
            <a:tailEnd type="triangle"/>
          </a:ln>
        </p:spPr>
      </p:sp>
      <p:sp>
        <p:nvSpPr>
          <p:cNvPr id="8" name="Shape 6"/>
          <p:cNvSpPr/>
          <p:nvPr/>
        </p:nvSpPr>
        <p:spPr>
          <a:xfrm>
            <a:off x="3901440" y="1950720"/>
            <a:ext cx="2072640" cy="1463040"/>
          </a:xfrm>
          <a:prstGeom prst="roundRect">
            <a:avLst>
              <a:gd name="adj" fmla="val 6667"/>
            </a:avLst>
          </a:prstGeom>
          <a:solidFill>
            <a:srgbClr val="E67E22"/>
          </a:solidFill>
          <a:ln w="12700">
            <a:solidFill>
              <a:srgbClr val="FFFFFF"/>
            </a:solidFill>
            <a:prstDash val="solid"/>
          </a:ln>
        </p:spPr>
      </p:sp>
      <p:sp>
        <p:nvSpPr>
          <p:cNvPr id="9" name="Text 7"/>
          <p:cNvSpPr/>
          <p:nvPr/>
        </p:nvSpPr>
        <p:spPr>
          <a:xfrm>
            <a:off x="3962400" y="1950720"/>
            <a:ext cx="1950720" cy="1463040"/>
          </a:xfrm>
          <a:prstGeom prst="rect">
            <a:avLst/>
          </a:prstGeom>
          <a:noFill/>
        </p:spPr>
        <p:txBody>
          <a:bodyPr wrap="square" rtlCol="0" anchor="ctr"/>
          <a:lstStyle/>
          <a:p>
            <a:pPr marL="0" indent="0" algn="ctr">
              <a:buNone/>
            </a:pPr>
            <a:r>
              <a:rPr lang="en-US" sz="1865"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Squeeze</a:t>
            </a:r>
            <a:endParaRPr lang="en-US" sz="1865" dirty="0"/>
          </a:p>
          <a:p>
            <a:pPr marL="0" indent="0" algn="ctr">
              <a:buNone/>
            </a:pPr>
            <a:r>
              <a:rPr lang="en-US" sz="1865"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压缩</a:t>
            </a:r>
            <a:endParaRPr lang="en-US" sz="1865" dirty="0"/>
          </a:p>
        </p:txBody>
      </p:sp>
      <p:sp>
        <p:nvSpPr>
          <p:cNvPr id="10" name="Shape 8"/>
          <p:cNvSpPr/>
          <p:nvPr/>
        </p:nvSpPr>
        <p:spPr>
          <a:xfrm>
            <a:off x="6096000" y="2682240"/>
            <a:ext cx="731520" cy="0"/>
          </a:xfrm>
          <a:prstGeom prst="line">
            <a:avLst/>
          </a:prstGeom>
          <a:noFill/>
          <a:ln w="31750">
            <a:solidFill>
              <a:srgbClr val="1F4E79"/>
            </a:solidFill>
            <a:prstDash val="solid"/>
            <a:tailEnd type="triangle"/>
          </a:ln>
        </p:spPr>
      </p:sp>
      <p:sp>
        <p:nvSpPr>
          <p:cNvPr id="11" name="Shape 9"/>
          <p:cNvSpPr/>
          <p:nvPr/>
        </p:nvSpPr>
        <p:spPr>
          <a:xfrm>
            <a:off x="6949440" y="1950720"/>
            <a:ext cx="2072640" cy="1463040"/>
          </a:xfrm>
          <a:prstGeom prst="roundRect">
            <a:avLst>
              <a:gd name="adj" fmla="val 6667"/>
            </a:avLst>
          </a:prstGeom>
          <a:solidFill>
            <a:srgbClr val="8E44AD"/>
          </a:solidFill>
          <a:ln w="12700">
            <a:solidFill>
              <a:srgbClr val="FFFFFF"/>
            </a:solidFill>
            <a:prstDash val="solid"/>
          </a:ln>
        </p:spPr>
      </p:sp>
      <p:sp>
        <p:nvSpPr>
          <p:cNvPr id="12" name="Text 10"/>
          <p:cNvSpPr/>
          <p:nvPr/>
        </p:nvSpPr>
        <p:spPr>
          <a:xfrm>
            <a:off x="7010400" y="1950720"/>
            <a:ext cx="1950720" cy="1463040"/>
          </a:xfrm>
          <a:prstGeom prst="rect">
            <a:avLst/>
          </a:prstGeom>
          <a:noFill/>
        </p:spPr>
        <p:txBody>
          <a:bodyPr wrap="square" rtlCol="0" anchor="ctr"/>
          <a:lstStyle/>
          <a:p>
            <a:pPr marL="0" indent="0" algn="ctr">
              <a:buNone/>
            </a:pPr>
            <a:r>
              <a:rPr lang="en-US" sz="1865"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Excitation</a:t>
            </a:r>
            <a:endParaRPr lang="en-US" sz="1865" dirty="0"/>
          </a:p>
          <a:p>
            <a:pPr marL="0" indent="0" algn="ctr">
              <a:buNone/>
            </a:pPr>
            <a:r>
              <a:rPr lang="en-US" sz="1865"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学权重</a:t>
            </a:r>
            <a:endParaRPr lang="en-US" sz="1865" dirty="0"/>
          </a:p>
        </p:txBody>
      </p:sp>
      <p:sp>
        <p:nvSpPr>
          <p:cNvPr id="13" name="Shape 11"/>
          <p:cNvSpPr/>
          <p:nvPr/>
        </p:nvSpPr>
        <p:spPr>
          <a:xfrm>
            <a:off x="9144000" y="2682240"/>
            <a:ext cx="731520" cy="0"/>
          </a:xfrm>
          <a:prstGeom prst="line">
            <a:avLst/>
          </a:prstGeom>
          <a:noFill/>
          <a:ln w="31750">
            <a:solidFill>
              <a:srgbClr val="1F4E79"/>
            </a:solidFill>
            <a:prstDash val="solid"/>
            <a:tailEnd type="triangle"/>
          </a:ln>
        </p:spPr>
      </p:sp>
      <p:sp>
        <p:nvSpPr>
          <p:cNvPr id="14" name="Shape 12"/>
          <p:cNvSpPr/>
          <p:nvPr/>
        </p:nvSpPr>
        <p:spPr>
          <a:xfrm>
            <a:off x="9997440" y="1950720"/>
            <a:ext cx="2072640" cy="1463040"/>
          </a:xfrm>
          <a:prstGeom prst="roundRect">
            <a:avLst>
              <a:gd name="adj" fmla="val 6667"/>
            </a:avLst>
          </a:prstGeom>
          <a:solidFill>
            <a:srgbClr val="27AE60"/>
          </a:solidFill>
          <a:ln w="12700">
            <a:solidFill>
              <a:srgbClr val="FFFFFF"/>
            </a:solidFill>
            <a:prstDash val="solid"/>
          </a:ln>
        </p:spPr>
      </p:sp>
      <p:sp>
        <p:nvSpPr>
          <p:cNvPr id="15" name="Text 13"/>
          <p:cNvSpPr/>
          <p:nvPr/>
        </p:nvSpPr>
        <p:spPr>
          <a:xfrm>
            <a:off x="10058400" y="1950720"/>
            <a:ext cx="1950720" cy="1463040"/>
          </a:xfrm>
          <a:prstGeom prst="rect">
            <a:avLst/>
          </a:prstGeom>
          <a:noFill/>
        </p:spPr>
        <p:txBody>
          <a:bodyPr wrap="square" rtlCol="0" anchor="ctr"/>
          <a:lstStyle/>
          <a:p>
            <a:pPr marL="0" indent="0" algn="ctr">
              <a:buNone/>
            </a:pPr>
            <a:r>
              <a:rPr lang="en-US" sz="1865"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Scale</a:t>
            </a:r>
            <a:endParaRPr lang="en-US" sz="1865" dirty="0"/>
          </a:p>
          <a:p>
            <a:pPr marL="0" indent="0" algn="ctr">
              <a:buNone/>
            </a:pPr>
            <a:r>
              <a:rPr lang="en-US" sz="1865"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逐通道相乘</a:t>
            </a:r>
            <a:endParaRPr lang="en-US" sz="1865" dirty="0"/>
          </a:p>
        </p:txBody>
      </p:sp>
      <p:sp>
        <p:nvSpPr>
          <p:cNvPr id="16" name="Text 14"/>
          <p:cNvSpPr/>
          <p:nvPr/>
        </p:nvSpPr>
        <p:spPr>
          <a:xfrm>
            <a:off x="853440" y="3901440"/>
            <a:ext cx="10485120" cy="731520"/>
          </a:xfrm>
          <a:prstGeom prst="rect">
            <a:avLst/>
          </a:prstGeom>
          <a:noFill/>
        </p:spPr>
        <p:txBody>
          <a:bodyPr wrap="square" rtlCol="0" anchor="t"/>
          <a:lstStyle/>
          <a:p>
            <a:pPr marL="0" indent="0" algn="ctr">
              <a:lnSpc>
                <a:spcPct val="115000"/>
              </a:lnSpc>
              <a:buNone/>
            </a:pPr>
            <a:r>
              <a:rPr lang="en-US" sz="2665"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0"/>
              </a:rPr>
              <a:t>输出特征图 = 原始特征图 × 通道权重</a:t>
            </a:r>
            <a:endParaRPr lang="en-US" sz="2665"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17" name="Text 15"/>
          <p:cNvSpPr/>
          <p:nvPr/>
        </p:nvSpPr>
        <p:spPr>
          <a:xfrm>
            <a:off x="853440" y="4876800"/>
            <a:ext cx="10485120" cy="731520"/>
          </a:xfrm>
          <a:prstGeom prst="rect">
            <a:avLst/>
          </a:prstGeom>
          <a:noFill/>
        </p:spPr>
        <p:txBody>
          <a:bodyPr wrap="square" rtlCol="0" anchor="t"/>
          <a:lstStyle/>
          <a:p>
            <a:pPr marL="0" indent="0" algn="ctr">
              <a:lnSpc>
                <a:spcPct val="115000"/>
              </a:lnSpc>
              <a:buNone/>
            </a:pPr>
            <a:r>
              <a:rPr lang="en-US" sz="2265"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rPr>
              <a:t>权重接近 1 的通道保留，权重接近 0 的通道被</a:t>
            </a:r>
            <a:r>
              <a:rPr lang="zh-CN" altLang="en-US" sz="2265"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rPr>
              <a:t>抑制</a:t>
            </a:r>
            <a:r>
              <a:rPr lang="en-US" sz="2265"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rPr>
              <a:t>。</a:t>
            </a:r>
            <a:endParaRPr lang="en-US" sz="2265" dirty="0"/>
          </a:p>
        </p:txBody>
      </p:sp>
      <p:sp>
        <p:nvSpPr>
          <p:cNvPr id="18" name="Text 16"/>
          <p:cNvSpPr/>
          <p:nvPr/>
        </p:nvSpPr>
        <p:spPr>
          <a:xfrm>
            <a:off x="853440" y="5730240"/>
            <a:ext cx="10485120" cy="609600"/>
          </a:xfrm>
          <a:prstGeom prst="rect">
            <a:avLst/>
          </a:prstGeom>
          <a:noFill/>
        </p:spPr>
        <p:txBody>
          <a:bodyPr wrap="square" rtlCol="0" anchor="t"/>
          <a:lstStyle/>
          <a:p>
            <a:pPr marL="0" indent="0" algn="ctr">
              <a:lnSpc>
                <a:spcPct val="115000"/>
              </a:lnSpc>
              <a:buNone/>
            </a:pPr>
            <a:r>
              <a:rPr lang="en-US" sz="2000" dirty="0">
                <a:solidFill>
                  <a:srgbClr val="7F8C8D"/>
                </a:solidFill>
                <a:latin typeface="微软雅黑" panose="020B0503020204020204" pitchFamily="34" charset="-122"/>
                <a:ea typeface="微软雅黑" panose="020B0503020204020204" pitchFamily="34" charset="-122"/>
                <a:cs typeface="微软雅黑" panose="020B0503020204020204" pitchFamily="34" charset="-120"/>
              </a:rPr>
              <a:t>整套流程只增加两个小 FC 层，参数很少，却能让模型学会“该看哪里”。</a:t>
            </a:r>
            <a:endParaRPr lang="en-US" sz="2000" dirty="0"/>
          </a:p>
        </p:txBody>
      </p:sp>
      <p:sp>
        <p:nvSpPr>
          <p:cNvPr id="19" name="Shape 0"/>
          <p:cNvSpPr/>
          <p:nvPr/>
        </p:nvSpPr>
        <p:spPr>
          <a:xfrm>
            <a:off x="1588" y="0"/>
            <a:ext cx="12188952" cy="73152"/>
          </a:xfrm>
          <a:prstGeom prst="rect">
            <a:avLst/>
          </a:prstGeom>
          <a:solidFill>
            <a:srgbClr val="C7000B"/>
          </a:solidFill>
        </p:spPr>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731520" y="304800"/>
            <a:ext cx="10728960" cy="853440"/>
          </a:xfrm>
          <a:prstGeom prst="rect">
            <a:avLst/>
          </a:prstGeom>
          <a:noFill/>
        </p:spPr>
        <p:txBody>
          <a:bodyPr wrap="square" rtlCol="0" anchor="ctr"/>
          <a:lstStyle/>
          <a:p>
            <a:pPr marL="0" indent="0">
              <a:buNone/>
            </a:pPr>
            <a:r>
              <a:rPr lang="en-US" sz="32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0"/>
              </a:rPr>
              <a:t>为什么需要 h-swish</a:t>
            </a:r>
            <a:endParaRPr lang="en-US" sz="32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4" name="Shape 2"/>
          <p:cNvSpPr/>
          <p:nvPr/>
        </p:nvSpPr>
        <p:spPr>
          <a:xfrm>
            <a:off x="755904" y="1194816"/>
            <a:ext cx="2682240" cy="60960"/>
          </a:xfrm>
          <a:prstGeom prst="rect">
            <a:avLst/>
          </a:prstGeom>
          <a:solidFill>
            <a:srgbClr val="E67E22"/>
          </a:solidFill>
        </p:spPr>
      </p:sp>
      <p:sp>
        <p:nvSpPr>
          <p:cNvPr id="5" name="Text 3"/>
          <p:cNvSpPr/>
          <p:nvPr/>
        </p:nvSpPr>
        <p:spPr>
          <a:xfrm>
            <a:off x="853440" y="1524000"/>
            <a:ext cx="10485120" cy="853440"/>
          </a:xfrm>
          <a:prstGeom prst="rect">
            <a:avLst/>
          </a:prstGeom>
          <a:noFill/>
        </p:spPr>
        <p:txBody>
          <a:bodyPr wrap="square" rtlCol="0" anchor="t"/>
          <a:lstStyle/>
          <a:p>
            <a:pPr marL="0" indent="0">
              <a:lnSpc>
                <a:spcPct val="115000"/>
              </a:lnSpc>
              <a:buNone/>
            </a:pPr>
            <a:r>
              <a:rPr lang="en-US" sz="2265"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rPr>
              <a:t>swish(x) = x × sigmoid(x) 效果虽好，但 sigmoid 计算量高，移动端不划算。</a:t>
            </a:r>
            <a:endParaRPr lang="en-US" sz="2265" dirty="0"/>
          </a:p>
        </p:txBody>
      </p:sp>
      <p:sp>
        <p:nvSpPr>
          <p:cNvPr id="6" name="Text 4"/>
          <p:cNvSpPr/>
          <p:nvPr/>
        </p:nvSpPr>
        <p:spPr>
          <a:xfrm>
            <a:off x="853440" y="2499360"/>
            <a:ext cx="10485120" cy="731520"/>
          </a:xfrm>
          <a:prstGeom prst="rect">
            <a:avLst/>
          </a:prstGeom>
          <a:noFill/>
        </p:spPr>
        <p:txBody>
          <a:bodyPr wrap="square" rtlCol="0" anchor="t"/>
          <a:lstStyle/>
          <a:p>
            <a:pPr marL="0" indent="0">
              <a:lnSpc>
                <a:spcPct val="115000"/>
              </a:lnSpc>
              <a:buNone/>
            </a:pPr>
            <a:r>
              <a:rPr lang="en-US" sz="2265"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rPr>
              <a:t>h-swish 用 ReLU6 近似 sigmoid：</a:t>
            </a:r>
            <a:endParaRPr lang="en-US" sz="2265" dirty="0"/>
          </a:p>
        </p:txBody>
      </p:sp>
      <p:sp>
        <p:nvSpPr>
          <p:cNvPr id="7" name="Text 5"/>
          <p:cNvSpPr/>
          <p:nvPr/>
        </p:nvSpPr>
        <p:spPr>
          <a:xfrm>
            <a:off x="853440" y="3291840"/>
            <a:ext cx="10485120" cy="853440"/>
          </a:xfrm>
          <a:prstGeom prst="rect">
            <a:avLst/>
          </a:prstGeom>
          <a:noFill/>
        </p:spPr>
        <p:txBody>
          <a:bodyPr wrap="square" rtlCol="0" anchor="t"/>
          <a:lstStyle/>
          <a:p>
            <a:pPr marL="0" indent="0" algn="ctr">
              <a:lnSpc>
                <a:spcPct val="115000"/>
              </a:lnSpc>
              <a:buNone/>
            </a:pPr>
            <a:r>
              <a:rPr lang="en-US" sz="3465"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0"/>
              </a:rPr>
              <a:t>h-swish(x) = x × ReLU6(x+3) / 6</a:t>
            </a:r>
            <a:endParaRPr lang="en-US" sz="3465"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8" name="Text 6"/>
          <p:cNvSpPr/>
          <p:nvPr/>
        </p:nvSpPr>
        <p:spPr>
          <a:xfrm>
            <a:off x="853440" y="4511040"/>
            <a:ext cx="10485120" cy="853440"/>
          </a:xfrm>
          <a:prstGeom prst="rect">
            <a:avLst/>
          </a:prstGeom>
          <a:noFill/>
        </p:spPr>
        <p:txBody>
          <a:bodyPr wrap="square" rtlCol="0" anchor="t"/>
          <a:lstStyle/>
          <a:p>
            <a:pPr marL="0" indent="0">
              <a:lnSpc>
                <a:spcPct val="115000"/>
              </a:lnSpc>
              <a:buNone/>
            </a:pPr>
            <a:r>
              <a:rPr lang="en-US" sz="2265"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rPr>
              <a:t>没有 sigmoid、没有指数，只有“截断 + 乘法”，在硬件上非常便宜。</a:t>
            </a:r>
            <a:endParaRPr lang="en-US" sz="2265" dirty="0"/>
          </a:p>
        </p:txBody>
      </p:sp>
      <p:sp>
        <p:nvSpPr>
          <p:cNvPr id="9" name="Text 7"/>
          <p:cNvSpPr/>
          <p:nvPr/>
        </p:nvSpPr>
        <p:spPr>
          <a:xfrm>
            <a:off x="853440" y="5486400"/>
            <a:ext cx="10485120" cy="731520"/>
          </a:xfrm>
          <a:prstGeom prst="rect">
            <a:avLst/>
          </a:prstGeom>
          <a:noFill/>
        </p:spPr>
        <p:txBody>
          <a:bodyPr wrap="square" rtlCol="0" anchor="t"/>
          <a:lstStyle/>
          <a:p>
            <a:pPr marL="0" indent="0">
              <a:lnSpc>
                <a:spcPct val="115000"/>
              </a:lnSpc>
              <a:buNone/>
            </a:pPr>
            <a:r>
              <a:rPr lang="en-US" sz="2135" dirty="0">
                <a:solidFill>
                  <a:srgbClr val="7F8C8D"/>
                </a:solidFill>
                <a:latin typeface="微软雅黑" panose="020B0503020204020204" pitchFamily="34" charset="-122"/>
                <a:ea typeface="微软雅黑" panose="020B0503020204020204" pitchFamily="34" charset="-122"/>
                <a:cs typeface="微软雅黑" panose="020B0503020204020204" pitchFamily="34" charset="-120"/>
              </a:rPr>
              <a:t>深层网络中，它往往比 ReLU 效果更好。</a:t>
            </a:r>
            <a:endParaRPr lang="en-US" sz="2135" dirty="0"/>
          </a:p>
        </p:txBody>
      </p:sp>
      <p:sp>
        <p:nvSpPr>
          <p:cNvPr id="10" name="Shape 0"/>
          <p:cNvSpPr/>
          <p:nvPr/>
        </p:nvSpPr>
        <p:spPr>
          <a:xfrm>
            <a:off x="1588" y="0"/>
            <a:ext cx="12188952" cy="73152"/>
          </a:xfrm>
          <a:prstGeom prst="rect">
            <a:avLst/>
          </a:prstGeom>
          <a:solidFill>
            <a:srgbClr val="C7000B"/>
          </a:solidFill>
        </p:spPr>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731520" y="304800"/>
            <a:ext cx="10728960" cy="853440"/>
          </a:xfrm>
          <a:prstGeom prst="rect">
            <a:avLst/>
          </a:prstGeom>
          <a:noFill/>
        </p:spPr>
        <p:txBody>
          <a:bodyPr wrap="square" rtlCol="0" anchor="ctr"/>
          <a:lstStyle/>
          <a:p>
            <a:pPr marL="0" indent="0">
              <a:buNone/>
            </a:pPr>
            <a:r>
              <a:rPr lang="en-US" sz="32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0"/>
              </a:rPr>
              <a:t>看图理解 h-swish</a:t>
            </a:r>
            <a:endParaRPr lang="en-US" sz="32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4" name="Shape 2"/>
          <p:cNvSpPr/>
          <p:nvPr/>
        </p:nvSpPr>
        <p:spPr>
          <a:xfrm>
            <a:off x="755904" y="1194816"/>
            <a:ext cx="2682240" cy="60960"/>
          </a:xfrm>
          <a:prstGeom prst="rect">
            <a:avLst/>
          </a:prstGeom>
          <a:solidFill>
            <a:srgbClr val="E67E22"/>
          </a:solidFill>
        </p:spPr>
      </p:sp>
      <p:graphicFrame>
        <p:nvGraphicFramePr>
          <p:cNvPr id="5" name="Chart 0"/>
          <p:cNvGraphicFramePr/>
          <p:nvPr/>
        </p:nvGraphicFramePr>
        <p:xfrm>
          <a:off x="853440" y="1645920"/>
          <a:ext cx="7071360" cy="4389120"/>
        </p:xfrm>
        <a:graphic>
          <a:graphicData uri="http://schemas.openxmlformats.org/drawingml/2006/chart">
            <c:chart xmlns:c="http://schemas.openxmlformats.org/drawingml/2006/chart" xmlns:r="http://schemas.openxmlformats.org/officeDocument/2006/relationships" r:id="rId1"/>
          </a:graphicData>
        </a:graphic>
      </p:graphicFrame>
      <p:sp>
        <p:nvSpPr>
          <p:cNvPr id="6" name="Text 3"/>
          <p:cNvSpPr/>
          <p:nvPr/>
        </p:nvSpPr>
        <p:spPr>
          <a:xfrm>
            <a:off x="8290560" y="1828800"/>
            <a:ext cx="3535680" cy="1950720"/>
          </a:xfrm>
          <a:prstGeom prst="rect">
            <a:avLst/>
          </a:prstGeom>
          <a:noFill/>
        </p:spPr>
        <p:txBody>
          <a:bodyPr wrap="square" rtlCol="0" anchor="t"/>
          <a:lstStyle/>
          <a:p>
            <a:pPr marL="0" indent="0">
              <a:lnSpc>
                <a:spcPct val="115000"/>
              </a:lnSpc>
              <a:buNone/>
            </a:pPr>
            <a:r>
              <a:rPr lang="en-US" sz="2000"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rPr>
              <a:t>x 很小时，输出接近 0；x 很大时，输出接近 x；中间平滑过渡，但每一步都是简单运算。</a:t>
            </a:r>
            <a:endParaRPr lang="en-US" sz="2000" dirty="0"/>
          </a:p>
        </p:txBody>
      </p:sp>
      <p:sp>
        <p:nvSpPr>
          <p:cNvPr id="8" name="Shape 0"/>
          <p:cNvSpPr/>
          <p:nvPr/>
        </p:nvSpPr>
        <p:spPr>
          <a:xfrm>
            <a:off x="1588" y="0"/>
            <a:ext cx="12188952" cy="73152"/>
          </a:xfrm>
          <a:prstGeom prst="rect">
            <a:avLst/>
          </a:prstGeom>
          <a:solidFill>
            <a:srgbClr val="C7000B"/>
          </a:solidFill>
        </p:spPr>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731520" y="304800"/>
            <a:ext cx="10728960" cy="853440"/>
          </a:xfrm>
          <a:prstGeom prst="rect">
            <a:avLst/>
          </a:prstGeom>
          <a:noFill/>
        </p:spPr>
        <p:txBody>
          <a:bodyPr wrap="square" rtlCol="0" anchor="ctr"/>
          <a:lstStyle/>
          <a:p>
            <a:pPr marL="0" indent="0">
              <a:buNone/>
            </a:pPr>
            <a:r>
              <a:rPr lang="en-US" sz="32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0"/>
              </a:rPr>
              <a:t>移动端更快：分段线性 + 量化友好</a:t>
            </a:r>
            <a:endParaRPr lang="en-US" sz="32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4" name="Shape 2"/>
          <p:cNvSpPr/>
          <p:nvPr/>
        </p:nvSpPr>
        <p:spPr>
          <a:xfrm>
            <a:off x="755904" y="1194816"/>
            <a:ext cx="2682240" cy="60960"/>
          </a:xfrm>
          <a:prstGeom prst="rect">
            <a:avLst/>
          </a:prstGeom>
          <a:solidFill>
            <a:srgbClr val="E67E22"/>
          </a:solidFill>
        </p:spPr>
      </p:sp>
      <p:sp>
        <p:nvSpPr>
          <p:cNvPr id="5" name="Text 3"/>
          <p:cNvSpPr/>
          <p:nvPr/>
        </p:nvSpPr>
        <p:spPr>
          <a:xfrm>
            <a:off x="853440" y="1645920"/>
            <a:ext cx="10485120" cy="731520"/>
          </a:xfrm>
          <a:prstGeom prst="rect">
            <a:avLst/>
          </a:prstGeom>
          <a:noFill/>
        </p:spPr>
        <p:txBody>
          <a:bodyPr wrap="square" rtlCol="0" anchor="t"/>
          <a:lstStyle/>
          <a:p>
            <a:pPr marL="0" indent="0">
              <a:lnSpc>
                <a:spcPct val="115000"/>
              </a:lnSpc>
              <a:buNone/>
            </a:pPr>
            <a:r>
              <a:rPr lang="en-US" sz="2265"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rPr>
              <a:t>1. 没有 sigmoid / 指数运算，省掉昂贵的超越函数</a:t>
            </a:r>
            <a:endParaRPr lang="en-US" sz="2265" dirty="0"/>
          </a:p>
        </p:txBody>
      </p:sp>
      <p:sp>
        <p:nvSpPr>
          <p:cNvPr id="6" name="Text 4"/>
          <p:cNvSpPr/>
          <p:nvPr/>
        </p:nvSpPr>
        <p:spPr>
          <a:xfrm>
            <a:off x="853440" y="2560320"/>
            <a:ext cx="10485120" cy="731520"/>
          </a:xfrm>
          <a:prstGeom prst="rect">
            <a:avLst/>
          </a:prstGeom>
          <a:noFill/>
        </p:spPr>
        <p:txBody>
          <a:bodyPr wrap="square" rtlCol="0" anchor="t"/>
          <a:lstStyle/>
          <a:p>
            <a:pPr marL="0" indent="0">
              <a:lnSpc>
                <a:spcPct val="115000"/>
              </a:lnSpc>
              <a:buNone/>
            </a:pPr>
            <a:r>
              <a:rPr lang="en-US" sz="2265"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rPr>
              <a:t>2. 分段线性函数在 CPU/NPU 上实现简单，算子更小</a:t>
            </a:r>
            <a:endParaRPr lang="en-US" sz="2265" dirty="0"/>
          </a:p>
        </p:txBody>
      </p:sp>
      <p:sp>
        <p:nvSpPr>
          <p:cNvPr id="7" name="Text 5"/>
          <p:cNvSpPr/>
          <p:nvPr/>
        </p:nvSpPr>
        <p:spPr>
          <a:xfrm>
            <a:off x="853440" y="3474720"/>
            <a:ext cx="10485120" cy="731520"/>
          </a:xfrm>
          <a:prstGeom prst="rect">
            <a:avLst/>
          </a:prstGeom>
          <a:noFill/>
        </p:spPr>
        <p:txBody>
          <a:bodyPr wrap="square" rtlCol="0" anchor="t"/>
          <a:lstStyle/>
          <a:p>
            <a:pPr marL="0" indent="0">
              <a:lnSpc>
                <a:spcPct val="115000"/>
              </a:lnSpc>
              <a:buNone/>
            </a:pPr>
            <a:r>
              <a:rPr lang="en-US" sz="2265"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rPr>
              <a:t>3. ReLU6 把输出限制在 [0, 6]，数值范围小，int8 量化误差更小</a:t>
            </a:r>
            <a:endParaRPr lang="en-US" sz="2265" dirty="0"/>
          </a:p>
        </p:txBody>
      </p:sp>
      <p:sp>
        <p:nvSpPr>
          <p:cNvPr id="8" name="Text 6"/>
          <p:cNvSpPr/>
          <p:nvPr/>
        </p:nvSpPr>
        <p:spPr>
          <a:xfrm>
            <a:off x="853440" y="4389120"/>
            <a:ext cx="10485120" cy="731520"/>
          </a:xfrm>
          <a:prstGeom prst="rect">
            <a:avLst/>
          </a:prstGeom>
          <a:noFill/>
        </p:spPr>
        <p:txBody>
          <a:bodyPr wrap="square" rtlCol="0" anchor="t"/>
          <a:lstStyle/>
          <a:p>
            <a:pPr marL="0" indent="0">
              <a:lnSpc>
                <a:spcPct val="115000"/>
              </a:lnSpc>
              <a:buNone/>
            </a:pPr>
            <a:r>
              <a:rPr lang="en-US" sz="2265"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rPr>
              <a:t>4. 对深层网络来说，它的表达能力比 ReLU 更强</a:t>
            </a:r>
            <a:endParaRPr lang="en-US" sz="2265" dirty="0"/>
          </a:p>
        </p:txBody>
      </p:sp>
      <p:sp>
        <p:nvSpPr>
          <p:cNvPr id="9" name="Text 7"/>
          <p:cNvSpPr/>
          <p:nvPr/>
        </p:nvSpPr>
        <p:spPr>
          <a:xfrm>
            <a:off x="853440" y="5486400"/>
            <a:ext cx="10485120" cy="731520"/>
          </a:xfrm>
          <a:prstGeom prst="rect">
            <a:avLst/>
          </a:prstGeom>
          <a:noFill/>
        </p:spPr>
        <p:txBody>
          <a:bodyPr wrap="square" rtlCol="0" anchor="t"/>
          <a:lstStyle/>
          <a:p>
            <a:pPr marL="0" indent="0" algn="ctr">
              <a:lnSpc>
                <a:spcPct val="115000"/>
              </a:lnSpc>
              <a:buNone/>
            </a:pPr>
            <a:r>
              <a:rPr lang="en-US" sz="2535"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0"/>
              </a:rPr>
              <a:t>总结：更快的激活函数 = 更低的延迟 + 更容易部署到移动端。</a:t>
            </a:r>
            <a:endParaRPr lang="en-US" sz="2535"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10" name="Shape 0"/>
          <p:cNvSpPr/>
          <p:nvPr/>
        </p:nvSpPr>
        <p:spPr>
          <a:xfrm>
            <a:off x="1588" y="0"/>
            <a:ext cx="12188952" cy="73152"/>
          </a:xfrm>
          <a:prstGeom prst="rect">
            <a:avLst/>
          </a:prstGeom>
          <a:solidFill>
            <a:srgbClr val="C7000B"/>
          </a:solidFill>
        </p:spPr>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731520" y="304800"/>
            <a:ext cx="10728960" cy="853440"/>
          </a:xfrm>
          <a:prstGeom prst="rect">
            <a:avLst/>
          </a:prstGeom>
          <a:noFill/>
        </p:spPr>
        <p:txBody>
          <a:bodyPr wrap="square" rtlCol="0" anchor="ctr"/>
          <a:lstStyle/>
          <a:p>
            <a:pPr marL="0" indent="0">
              <a:buNone/>
            </a:pPr>
            <a:r>
              <a:rPr lang="en-US" sz="32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0"/>
              </a:rPr>
              <a:t>合体：MobileNetV3 的 MobileBlock</a:t>
            </a:r>
            <a:endParaRPr lang="en-US" sz="32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4" name="Shape 2"/>
          <p:cNvSpPr/>
          <p:nvPr/>
        </p:nvSpPr>
        <p:spPr>
          <a:xfrm>
            <a:off x="755904" y="1194816"/>
            <a:ext cx="2682240" cy="60960"/>
          </a:xfrm>
          <a:prstGeom prst="rect">
            <a:avLst/>
          </a:prstGeom>
          <a:solidFill>
            <a:srgbClr val="E67E22"/>
          </a:solidFill>
        </p:spPr>
      </p:sp>
      <p:sp>
        <p:nvSpPr>
          <p:cNvPr id="5" name="Shape 3"/>
          <p:cNvSpPr/>
          <p:nvPr/>
        </p:nvSpPr>
        <p:spPr>
          <a:xfrm>
            <a:off x="731520" y="2072640"/>
            <a:ext cx="1645920" cy="1219200"/>
          </a:xfrm>
          <a:prstGeom prst="roundRect">
            <a:avLst>
              <a:gd name="adj" fmla="val 8000"/>
            </a:avLst>
          </a:prstGeom>
          <a:solidFill>
            <a:srgbClr val="7F8C8D"/>
          </a:solidFill>
          <a:ln w="12700">
            <a:solidFill>
              <a:srgbClr val="FFFFFF"/>
            </a:solidFill>
            <a:prstDash val="solid"/>
          </a:ln>
        </p:spPr>
      </p:sp>
      <p:sp>
        <p:nvSpPr>
          <p:cNvPr id="6" name="Text 4"/>
          <p:cNvSpPr/>
          <p:nvPr/>
        </p:nvSpPr>
        <p:spPr>
          <a:xfrm>
            <a:off x="792480" y="2072640"/>
            <a:ext cx="1524000" cy="1219200"/>
          </a:xfrm>
          <a:prstGeom prst="rect">
            <a:avLst/>
          </a:prstGeom>
          <a:noFill/>
        </p:spPr>
        <p:txBody>
          <a:bodyPr wrap="square" rtlCol="0" anchor="ctr"/>
          <a:lstStyle/>
          <a:p>
            <a:pPr marL="0" indent="0" algn="ctr">
              <a:buNone/>
            </a:pPr>
            <a:r>
              <a:rPr lang="en-US" sz="20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输入</a:t>
            </a:r>
            <a:endParaRPr lang="en-US" sz="2000" dirty="0"/>
          </a:p>
        </p:txBody>
      </p:sp>
      <p:sp>
        <p:nvSpPr>
          <p:cNvPr id="7" name="Shape 5"/>
          <p:cNvSpPr/>
          <p:nvPr/>
        </p:nvSpPr>
        <p:spPr>
          <a:xfrm>
            <a:off x="2438400" y="2682240"/>
            <a:ext cx="670560" cy="0"/>
          </a:xfrm>
          <a:prstGeom prst="line">
            <a:avLst/>
          </a:prstGeom>
          <a:noFill/>
          <a:ln w="31750">
            <a:solidFill>
              <a:srgbClr val="1F4E79"/>
            </a:solidFill>
            <a:prstDash val="solid"/>
            <a:tailEnd type="triangle"/>
          </a:ln>
        </p:spPr>
      </p:sp>
      <p:sp>
        <p:nvSpPr>
          <p:cNvPr id="8" name="Shape 6"/>
          <p:cNvSpPr/>
          <p:nvPr/>
        </p:nvSpPr>
        <p:spPr>
          <a:xfrm>
            <a:off x="3169920" y="2072640"/>
            <a:ext cx="2072640" cy="1219200"/>
          </a:xfrm>
          <a:prstGeom prst="roundRect">
            <a:avLst>
              <a:gd name="adj" fmla="val 8000"/>
            </a:avLst>
          </a:prstGeom>
          <a:solidFill>
            <a:srgbClr val="2E86AB"/>
          </a:solidFill>
          <a:ln w="12700">
            <a:solidFill>
              <a:srgbClr val="FFFFFF"/>
            </a:solidFill>
            <a:prstDash val="solid"/>
          </a:ln>
        </p:spPr>
      </p:sp>
      <p:sp>
        <p:nvSpPr>
          <p:cNvPr id="9" name="Text 7"/>
          <p:cNvSpPr/>
          <p:nvPr/>
        </p:nvSpPr>
        <p:spPr>
          <a:xfrm>
            <a:off x="3230880" y="2072640"/>
            <a:ext cx="1950720" cy="1219200"/>
          </a:xfrm>
          <a:prstGeom prst="rect">
            <a:avLst/>
          </a:prstGeom>
          <a:noFill/>
        </p:spPr>
        <p:txBody>
          <a:bodyPr wrap="square" rtlCol="0" anchor="ctr"/>
          <a:lstStyle/>
          <a:p>
            <a:pPr marL="0" indent="0" algn="ctr">
              <a:buNone/>
            </a:pPr>
            <a:r>
              <a:rPr lang="en-US" sz="1735"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1×1 扩展</a:t>
            </a:r>
            <a:endParaRPr lang="en-US" sz="1735" dirty="0"/>
          </a:p>
          <a:p>
            <a:pPr marL="0" indent="0" algn="ctr">
              <a:buNone/>
            </a:pPr>
            <a:r>
              <a:rPr lang="en-US" sz="1735"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Conv+BN+h-swish</a:t>
            </a:r>
            <a:endParaRPr lang="en-US" sz="1735" dirty="0"/>
          </a:p>
        </p:txBody>
      </p:sp>
      <p:sp>
        <p:nvSpPr>
          <p:cNvPr id="10" name="Shape 8"/>
          <p:cNvSpPr/>
          <p:nvPr/>
        </p:nvSpPr>
        <p:spPr>
          <a:xfrm>
            <a:off x="5303520" y="2682240"/>
            <a:ext cx="670560" cy="0"/>
          </a:xfrm>
          <a:prstGeom prst="line">
            <a:avLst/>
          </a:prstGeom>
          <a:noFill/>
          <a:ln w="31750">
            <a:solidFill>
              <a:srgbClr val="1F4E79"/>
            </a:solidFill>
            <a:prstDash val="solid"/>
            <a:tailEnd type="triangle"/>
          </a:ln>
        </p:spPr>
      </p:sp>
      <p:sp>
        <p:nvSpPr>
          <p:cNvPr id="11" name="Shape 9"/>
          <p:cNvSpPr/>
          <p:nvPr/>
        </p:nvSpPr>
        <p:spPr>
          <a:xfrm>
            <a:off x="6035040" y="2072640"/>
            <a:ext cx="2072640" cy="1219200"/>
          </a:xfrm>
          <a:prstGeom prst="roundRect">
            <a:avLst>
              <a:gd name="adj" fmla="val 8000"/>
            </a:avLst>
          </a:prstGeom>
          <a:solidFill>
            <a:srgbClr val="2E86AB"/>
          </a:solidFill>
          <a:ln w="12700">
            <a:solidFill>
              <a:srgbClr val="FFFFFF"/>
            </a:solidFill>
            <a:prstDash val="solid"/>
          </a:ln>
        </p:spPr>
      </p:sp>
      <p:sp>
        <p:nvSpPr>
          <p:cNvPr id="12" name="Text 10"/>
          <p:cNvSpPr/>
          <p:nvPr/>
        </p:nvSpPr>
        <p:spPr>
          <a:xfrm>
            <a:off x="6096000" y="2072640"/>
            <a:ext cx="1950720" cy="1219200"/>
          </a:xfrm>
          <a:prstGeom prst="rect">
            <a:avLst/>
          </a:prstGeom>
          <a:noFill/>
        </p:spPr>
        <p:txBody>
          <a:bodyPr wrap="square" rtlCol="0" anchor="ctr"/>
          <a:lstStyle/>
          <a:p>
            <a:pPr marL="0" indent="0" algn="ctr">
              <a:buNone/>
            </a:pPr>
            <a:r>
              <a:rPr lang="en-US" sz="1735"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Depthwise</a:t>
            </a:r>
            <a:endParaRPr lang="en-US" sz="1735" dirty="0"/>
          </a:p>
          <a:p>
            <a:pPr marL="0" indent="0" algn="ctr">
              <a:buNone/>
            </a:pPr>
            <a:r>
              <a:rPr lang="en-US" sz="1735"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Conv+BN</a:t>
            </a:r>
            <a:endParaRPr lang="en-US" sz="1735" dirty="0"/>
          </a:p>
        </p:txBody>
      </p:sp>
      <p:sp>
        <p:nvSpPr>
          <p:cNvPr id="13" name="Shape 11"/>
          <p:cNvSpPr/>
          <p:nvPr/>
        </p:nvSpPr>
        <p:spPr>
          <a:xfrm>
            <a:off x="8168640" y="2682240"/>
            <a:ext cx="670560" cy="0"/>
          </a:xfrm>
          <a:prstGeom prst="line">
            <a:avLst/>
          </a:prstGeom>
          <a:noFill/>
          <a:ln w="31750">
            <a:solidFill>
              <a:srgbClr val="1F4E79"/>
            </a:solidFill>
            <a:prstDash val="solid"/>
            <a:tailEnd type="triangle"/>
          </a:ln>
        </p:spPr>
      </p:sp>
      <p:sp>
        <p:nvSpPr>
          <p:cNvPr id="14" name="Shape 12"/>
          <p:cNvSpPr/>
          <p:nvPr/>
        </p:nvSpPr>
        <p:spPr>
          <a:xfrm>
            <a:off x="8900160" y="2072640"/>
            <a:ext cx="1828800" cy="1219200"/>
          </a:xfrm>
          <a:prstGeom prst="roundRect">
            <a:avLst>
              <a:gd name="adj" fmla="val 8000"/>
            </a:avLst>
          </a:prstGeom>
          <a:solidFill>
            <a:srgbClr val="E67E22"/>
          </a:solidFill>
          <a:ln w="12700">
            <a:solidFill>
              <a:srgbClr val="FFFFFF"/>
            </a:solidFill>
            <a:prstDash val="solid"/>
          </a:ln>
        </p:spPr>
      </p:sp>
      <p:sp>
        <p:nvSpPr>
          <p:cNvPr id="15" name="Text 13"/>
          <p:cNvSpPr/>
          <p:nvPr/>
        </p:nvSpPr>
        <p:spPr>
          <a:xfrm>
            <a:off x="8961120" y="2072640"/>
            <a:ext cx="1706880" cy="1219200"/>
          </a:xfrm>
          <a:prstGeom prst="rect">
            <a:avLst/>
          </a:prstGeom>
          <a:noFill/>
        </p:spPr>
        <p:txBody>
          <a:bodyPr wrap="square" rtlCol="0" anchor="ctr"/>
          <a:lstStyle/>
          <a:p>
            <a:pPr marL="0" indent="0" algn="ctr">
              <a:buNone/>
            </a:pPr>
            <a:r>
              <a:rPr lang="en-US" sz="1735"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SE</a:t>
            </a:r>
            <a:endParaRPr lang="en-US" sz="1735" dirty="0"/>
          </a:p>
          <a:p>
            <a:pPr marL="0" indent="0" algn="ctr">
              <a:buNone/>
            </a:pPr>
            <a:r>
              <a:rPr lang="en-US" sz="1735"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可选</a:t>
            </a:r>
            <a:endParaRPr lang="en-US" sz="1735" dirty="0"/>
          </a:p>
        </p:txBody>
      </p:sp>
      <p:sp>
        <p:nvSpPr>
          <p:cNvPr id="16" name="Shape 14"/>
          <p:cNvSpPr/>
          <p:nvPr/>
        </p:nvSpPr>
        <p:spPr>
          <a:xfrm>
            <a:off x="10789920" y="2682240"/>
            <a:ext cx="548640" cy="0"/>
          </a:xfrm>
          <a:prstGeom prst="line">
            <a:avLst/>
          </a:prstGeom>
          <a:noFill/>
          <a:ln w="31750">
            <a:solidFill>
              <a:srgbClr val="1F4E79"/>
            </a:solidFill>
            <a:prstDash val="solid"/>
            <a:tailEnd type="triangle"/>
          </a:ln>
        </p:spPr>
      </p:sp>
      <p:sp>
        <p:nvSpPr>
          <p:cNvPr id="17" name="Shape 15"/>
          <p:cNvSpPr/>
          <p:nvPr/>
        </p:nvSpPr>
        <p:spPr>
          <a:xfrm>
            <a:off x="11338560" y="2072640"/>
            <a:ext cx="853440" cy="1219200"/>
          </a:xfrm>
          <a:prstGeom prst="roundRect">
            <a:avLst>
              <a:gd name="adj" fmla="val 11429"/>
            </a:avLst>
          </a:prstGeom>
          <a:solidFill>
            <a:srgbClr val="FFFFFF"/>
          </a:solidFill>
          <a:ln w="12700">
            <a:solidFill>
              <a:srgbClr val="FFFFFF"/>
            </a:solidFill>
            <a:prstDash val="solid"/>
          </a:ln>
        </p:spPr>
      </p:sp>
      <p:sp>
        <p:nvSpPr>
          <p:cNvPr id="19" name="Text 17"/>
          <p:cNvSpPr/>
          <p:nvPr/>
        </p:nvSpPr>
        <p:spPr>
          <a:xfrm>
            <a:off x="853440" y="3657600"/>
            <a:ext cx="10485120" cy="731520"/>
          </a:xfrm>
          <a:prstGeom prst="rect">
            <a:avLst/>
          </a:prstGeom>
          <a:noFill/>
        </p:spPr>
        <p:txBody>
          <a:bodyPr wrap="square" rtlCol="0" anchor="t"/>
          <a:lstStyle/>
          <a:p>
            <a:pPr marL="0" indent="0">
              <a:lnSpc>
                <a:spcPct val="115000"/>
              </a:lnSpc>
              <a:buNone/>
            </a:pPr>
            <a:r>
              <a:rPr lang="en-US" sz="2135"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rPr>
              <a:t>后半段：1×1 投影 Conv + BN + h-swish，再接残差相加。</a:t>
            </a:r>
            <a:endParaRPr lang="en-US" sz="2135" dirty="0"/>
          </a:p>
        </p:txBody>
      </p:sp>
      <p:sp>
        <p:nvSpPr>
          <p:cNvPr id="20" name="Text 18"/>
          <p:cNvSpPr/>
          <p:nvPr/>
        </p:nvSpPr>
        <p:spPr>
          <a:xfrm>
            <a:off x="853440" y="4632960"/>
            <a:ext cx="10485120" cy="731520"/>
          </a:xfrm>
          <a:prstGeom prst="rect">
            <a:avLst/>
          </a:prstGeom>
          <a:noFill/>
        </p:spPr>
        <p:txBody>
          <a:bodyPr wrap="square" rtlCol="0" anchor="t"/>
          <a:lstStyle/>
          <a:p>
            <a:pPr marL="0" indent="0">
              <a:lnSpc>
                <a:spcPct val="115000"/>
              </a:lnSpc>
              <a:buNone/>
            </a:pPr>
            <a:r>
              <a:rPr lang="en-US" sz="2265"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0"/>
              </a:rPr>
              <a:t>深度可分离卷积负责省算力，SE 负责提精度，h-swish 负责快激活。</a:t>
            </a:r>
            <a:endParaRPr lang="en-US" sz="2265"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21" name="Text 19"/>
          <p:cNvSpPr/>
          <p:nvPr/>
        </p:nvSpPr>
        <p:spPr>
          <a:xfrm>
            <a:off x="853440" y="5486400"/>
            <a:ext cx="10485120" cy="731520"/>
          </a:xfrm>
          <a:prstGeom prst="rect">
            <a:avLst/>
          </a:prstGeom>
          <a:noFill/>
        </p:spPr>
        <p:txBody>
          <a:bodyPr wrap="square" rtlCol="0" anchor="t"/>
          <a:lstStyle/>
          <a:p>
            <a:pPr marL="0" indent="0">
              <a:lnSpc>
                <a:spcPct val="115000"/>
              </a:lnSpc>
              <a:buNone/>
            </a:pPr>
            <a:r>
              <a:rPr lang="en-US" sz="2135" dirty="0">
                <a:solidFill>
                  <a:srgbClr val="7F8C8D"/>
                </a:solidFill>
                <a:latin typeface="微软雅黑" panose="020B0503020204020204" pitchFamily="34" charset="-122"/>
                <a:ea typeface="微软雅黑" panose="020B0503020204020204" pitchFamily="34" charset="-122"/>
                <a:cs typeface="微软雅黑" panose="020B0503020204020204" pitchFamily="34" charset="-120"/>
              </a:rPr>
              <a:t>三个模块各司其职，拼成一个又小又准的 MobileBlock。</a:t>
            </a:r>
            <a:endParaRPr lang="en-US" sz="2135" dirty="0"/>
          </a:p>
        </p:txBody>
      </p:sp>
      <p:sp>
        <p:nvSpPr>
          <p:cNvPr id="22" name="Shape 0"/>
          <p:cNvSpPr/>
          <p:nvPr/>
        </p:nvSpPr>
        <p:spPr>
          <a:xfrm>
            <a:off x="1588" y="0"/>
            <a:ext cx="12188952" cy="73152"/>
          </a:xfrm>
          <a:prstGeom prst="rect">
            <a:avLst/>
          </a:prstGeom>
          <a:solidFill>
            <a:srgbClr val="C7000B"/>
          </a:solidFill>
        </p:spPr>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731520" y="304800"/>
            <a:ext cx="10728960" cy="853440"/>
          </a:xfrm>
          <a:prstGeom prst="rect">
            <a:avLst/>
          </a:prstGeom>
          <a:noFill/>
        </p:spPr>
        <p:txBody>
          <a:bodyPr wrap="square" rtlCol="0" anchor="ctr"/>
          <a:lstStyle/>
          <a:p>
            <a:pPr marL="0" indent="0">
              <a:buNone/>
            </a:pPr>
            <a:r>
              <a:rPr lang="en-US" sz="32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0"/>
              </a:rPr>
              <a:t>一张图记住 MobileNetV3</a:t>
            </a:r>
            <a:endParaRPr lang="en-US" sz="32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4" name="Shape 2"/>
          <p:cNvSpPr/>
          <p:nvPr/>
        </p:nvSpPr>
        <p:spPr>
          <a:xfrm>
            <a:off x="755904" y="1194816"/>
            <a:ext cx="2682240" cy="60960"/>
          </a:xfrm>
          <a:prstGeom prst="rect">
            <a:avLst/>
          </a:prstGeom>
          <a:solidFill>
            <a:srgbClr val="E67E22"/>
          </a:solidFill>
        </p:spPr>
      </p:sp>
      <p:sp>
        <p:nvSpPr>
          <p:cNvPr id="5" name="Shape 3"/>
          <p:cNvSpPr/>
          <p:nvPr/>
        </p:nvSpPr>
        <p:spPr>
          <a:xfrm>
            <a:off x="853440" y="1645920"/>
            <a:ext cx="3291840" cy="1828800"/>
          </a:xfrm>
          <a:prstGeom prst="roundRect">
            <a:avLst>
              <a:gd name="adj" fmla="val 5333"/>
            </a:avLst>
          </a:prstGeom>
          <a:solidFill>
            <a:srgbClr val="2E86AB"/>
          </a:solidFill>
          <a:ln w="12700">
            <a:solidFill>
              <a:srgbClr val="FFFFFF"/>
            </a:solidFill>
            <a:prstDash val="solid"/>
          </a:ln>
        </p:spPr>
      </p:sp>
      <p:sp>
        <p:nvSpPr>
          <p:cNvPr id="6" name="Text 4"/>
          <p:cNvSpPr/>
          <p:nvPr/>
        </p:nvSpPr>
        <p:spPr>
          <a:xfrm>
            <a:off x="914400" y="1645920"/>
            <a:ext cx="3169920" cy="1828800"/>
          </a:xfrm>
          <a:prstGeom prst="rect">
            <a:avLst/>
          </a:prstGeom>
          <a:noFill/>
        </p:spPr>
        <p:txBody>
          <a:bodyPr wrap="square" rtlCol="0" anchor="ctr"/>
          <a:lstStyle/>
          <a:p>
            <a:pPr marL="0" indent="0" algn="ctr">
              <a:buNone/>
            </a:pPr>
            <a:r>
              <a:rPr lang="en-US" sz="2135"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深度可分离卷积</a:t>
            </a:r>
            <a:endParaRPr lang="en-US" sz="2135" dirty="0"/>
          </a:p>
          <a:p>
            <a:pPr marL="0" indent="0" algn="ctr">
              <a:buNone/>
            </a:pPr>
            <a:r>
              <a:rPr lang="en-US" sz="2135"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省计算</a:t>
            </a:r>
            <a:endParaRPr lang="en-US" sz="2135" dirty="0"/>
          </a:p>
          <a:p>
            <a:pPr marL="0" indent="0" algn="ctr">
              <a:buNone/>
            </a:pPr>
            <a:r>
              <a:rPr lang="en-US" sz="2135"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约 1/8~1/9</a:t>
            </a:r>
            <a:endParaRPr lang="en-US" sz="2135" dirty="0"/>
          </a:p>
        </p:txBody>
      </p:sp>
      <p:sp>
        <p:nvSpPr>
          <p:cNvPr id="7" name="Shape 5"/>
          <p:cNvSpPr/>
          <p:nvPr/>
        </p:nvSpPr>
        <p:spPr>
          <a:xfrm>
            <a:off x="4450080" y="1645920"/>
            <a:ext cx="3291840" cy="1828800"/>
          </a:xfrm>
          <a:prstGeom prst="roundRect">
            <a:avLst>
              <a:gd name="adj" fmla="val 5333"/>
            </a:avLst>
          </a:prstGeom>
          <a:solidFill>
            <a:srgbClr val="E67E22"/>
          </a:solidFill>
          <a:ln w="12700">
            <a:solidFill>
              <a:srgbClr val="FFFFFF"/>
            </a:solidFill>
            <a:prstDash val="solid"/>
          </a:ln>
        </p:spPr>
      </p:sp>
      <p:sp>
        <p:nvSpPr>
          <p:cNvPr id="8" name="Text 6"/>
          <p:cNvSpPr/>
          <p:nvPr/>
        </p:nvSpPr>
        <p:spPr>
          <a:xfrm>
            <a:off x="4511040" y="1645920"/>
            <a:ext cx="3169920" cy="1828800"/>
          </a:xfrm>
          <a:prstGeom prst="rect">
            <a:avLst/>
          </a:prstGeom>
          <a:noFill/>
        </p:spPr>
        <p:txBody>
          <a:bodyPr wrap="square" rtlCol="0" anchor="ctr"/>
          <a:lstStyle/>
          <a:p>
            <a:pPr marL="0" indent="0" algn="ctr">
              <a:buNone/>
            </a:pPr>
            <a:r>
              <a:rPr lang="en-US" sz="2135"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SE 模块</a:t>
            </a:r>
            <a:endParaRPr lang="en-US" sz="2135" dirty="0"/>
          </a:p>
          <a:p>
            <a:pPr marL="0" indent="0" algn="ctr">
              <a:buNone/>
            </a:pPr>
            <a:r>
              <a:rPr lang="en-US" sz="2135"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提精度</a:t>
            </a:r>
            <a:endParaRPr lang="en-US" sz="2135" dirty="0"/>
          </a:p>
          <a:p>
            <a:pPr marL="0" indent="0" algn="ctr">
              <a:buNone/>
            </a:pPr>
            <a:r>
              <a:rPr lang="en-US" sz="2135"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聚光灯式通道注意力</a:t>
            </a:r>
            <a:endParaRPr lang="en-US" sz="2135" dirty="0"/>
          </a:p>
        </p:txBody>
      </p:sp>
      <p:sp>
        <p:nvSpPr>
          <p:cNvPr id="9" name="Shape 7"/>
          <p:cNvSpPr/>
          <p:nvPr/>
        </p:nvSpPr>
        <p:spPr>
          <a:xfrm>
            <a:off x="8046720" y="1645920"/>
            <a:ext cx="3291840" cy="1828800"/>
          </a:xfrm>
          <a:prstGeom prst="roundRect">
            <a:avLst>
              <a:gd name="adj" fmla="val 5333"/>
            </a:avLst>
          </a:prstGeom>
          <a:solidFill>
            <a:srgbClr val="27AE60"/>
          </a:solidFill>
          <a:ln w="12700">
            <a:solidFill>
              <a:srgbClr val="FFFFFF"/>
            </a:solidFill>
            <a:prstDash val="solid"/>
          </a:ln>
        </p:spPr>
      </p:sp>
      <p:sp>
        <p:nvSpPr>
          <p:cNvPr id="10" name="Text 8"/>
          <p:cNvSpPr/>
          <p:nvPr/>
        </p:nvSpPr>
        <p:spPr>
          <a:xfrm>
            <a:off x="8107680" y="1645920"/>
            <a:ext cx="3169920" cy="1828800"/>
          </a:xfrm>
          <a:prstGeom prst="rect">
            <a:avLst/>
          </a:prstGeom>
          <a:noFill/>
        </p:spPr>
        <p:txBody>
          <a:bodyPr wrap="square" rtlCol="0" anchor="ctr"/>
          <a:lstStyle/>
          <a:p>
            <a:pPr marL="0" indent="0" algn="ctr">
              <a:buNone/>
            </a:pPr>
            <a:r>
              <a:rPr lang="en-US" sz="2135"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h-swish</a:t>
            </a:r>
            <a:endParaRPr lang="en-US" sz="2135" dirty="0"/>
          </a:p>
          <a:p>
            <a:pPr marL="0" indent="0" algn="ctr">
              <a:buNone/>
            </a:pPr>
            <a:r>
              <a:rPr lang="en-US" sz="2135"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快激活</a:t>
            </a:r>
            <a:endParaRPr lang="en-US" sz="2135" dirty="0"/>
          </a:p>
          <a:p>
            <a:pPr marL="0" indent="0" algn="ctr">
              <a:buNone/>
            </a:pPr>
            <a:r>
              <a:rPr lang="en-US" sz="2135"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分段线性 + 量化友好</a:t>
            </a:r>
            <a:endParaRPr lang="en-US" sz="2135" dirty="0"/>
          </a:p>
        </p:txBody>
      </p:sp>
      <p:sp>
        <p:nvSpPr>
          <p:cNvPr id="11" name="Text 9"/>
          <p:cNvSpPr/>
          <p:nvPr/>
        </p:nvSpPr>
        <p:spPr>
          <a:xfrm>
            <a:off x="853440" y="3901440"/>
            <a:ext cx="10485120" cy="975360"/>
          </a:xfrm>
          <a:prstGeom prst="rect">
            <a:avLst/>
          </a:prstGeom>
          <a:noFill/>
        </p:spPr>
        <p:txBody>
          <a:bodyPr wrap="square" rtlCol="0" anchor="t"/>
          <a:lstStyle/>
          <a:p>
            <a:pPr marL="0" indent="0" algn="ctr">
              <a:lnSpc>
                <a:spcPct val="115000"/>
              </a:lnSpc>
              <a:buNone/>
            </a:pPr>
            <a:r>
              <a:rPr lang="en-US" sz="2935"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0"/>
              </a:rPr>
              <a:t>MobileNetV3 = 更少的算力 + 更聪明的注意力 + 更省钱的激活</a:t>
            </a:r>
            <a:endParaRPr lang="en-US" sz="2935"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12" name="Text 10"/>
          <p:cNvSpPr/>
          <p:nvPr/>
        </p:nvSpPr>
        <p:spPr>
          <a:xfrm>
            <a:off x="853440" y="5120640"/>
            <a:ext cx="10485120" cy="731520"/>
          </a:xfrm>
          <a:prstGeom prst="rect">
            <a:avLst/>
          </a:prstGeom>
          <a:noFill/>
        </p:spPr>
        <p:txBody>
          <a:bodyPr wrap="square" rtlCol="0" anchor="t"/>
          <a:lstStyle/>
          <a:p>
            <a:pPr marL="0" indent="0" algn="ctr">
              <a:lnSpc>
                <a:spcPct val="115000"/>
              </a:lnSpc>
              <a:buNone/>
            </a:pPr>
            <a:r>
              <a:rPr lang="en-US" sz="2265"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rPr>
              <a:t>一个 MobileBlock：扩展 → Depthwise → SE → 投影 → 残差</a:t>
            </a:r>
            <a:endParaRPr lang="en-US" sz="2265" dirty="0"/>
          </a:p>
        </p:txBody>
      </p:sp>
      <p:sp>
        <p:nvSpPr>
          <p:cNvPr id="13" name="Text 11"/>
          <p:cNvSpPr/>
          <p:nvPr/>
        </p:nvSpPr>
        <p:spPr>
          <a:xfrm>
            <a:off x="853440" y="5974080"/>
            <a:ext cx="10485120" cy="609600"/>
          </a:xfrm>
          <a:prstGeom prst="rect">
            <a:avLst/>
          </a:prstGeom>
          <a:noFill/>
        </p:spPr>
        <p:txBody>
          <a:bodyPr wrap="square" rtlCol="0" anchor="t"/>
          <a:lstStyle/>
          <a:p>
            <a:pPr marL="0" indent="0" algn="ctr">
              <a:lnSpc>
                <a:spcPct val="115000"/>
              </a:lnSpc>
              <a:buNone/>
            </a:pPr>
            <a:r>
              <a:rPr lang="en-US" sz="2000" dirty="0">
                <a:solidFill>
                  <a:srgbClr val="7F8C8D"/>
                </a:solidFill>
                <a:latin typeface="微软雅黑" panose="020B0503020204020204" pitchFamily="34" charset="-122"/>
                <a:ea typeface="微软雅黑" panose="020B0503020204020204" pitchFamily="34" charset="-122"/>
                <a:cs typeface="微软雅黑" panose="020B0503020204020204" pitchFamily="34" charset="-120"/>
              </a:rPr>
              <a:t>记住这张流程，你就记住了 MobileNetV3 的设计灵魂。</a:t>
            </a:r>
            <a:endParaRPr lang="en-US" sz="2000" dirty="0"/>
          </a:p>
        </p:txBody>
      </p:sp>
      <p:sp>
        <p:nvSpPr>
          <p:cNvPr id="14" name="Shape 0"/>
          <p:cNvSpPr/>
          <p:nvPr/>
        </p:nvSpPr>
        <p:spPr>
          <a:xfrm>
            <a:off x="1588" y="0"/>
            <a:ext cx="12188952" cy="73152"/>
          </a:xfrm>
          <a:prstGeom prst="rect">
            <a:avLst/>
          </a:prstGeom>
          <a:solidFill>
            <a:srgbClr val="C7000B"/>
          </a:solidFill>
        </p:spPr>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en-US" dirty="0">
                <a:solidFill>
                  <a:schemeClr val="bg1">
                    <a:lumMod val="75000"/>
                  </a:schemeClr>
                </a:solidFill>
                <a:latin typeface="微软雅黑" panose="020B0503020204020204" pitchFamily="34" charset="-122"/>
                <a:ea typeface="微软雅黑" panose="020B0503020204020204" pitchFamily="34" charset="-122"/>
                <a:cs typeface="微软雅黑" panose="020B0503020204020204" pitchFamily="34" charset="-120"/>
                <a:sym typeface="+mn-ea"/>
              </a:rPr>
              <a:t>实验概述与学习目标</a:t>
            </a:r>
            <a:endParaRPr lang="en-US" dirty="0">
              <a:solidFill>
                <a:schemeClr val="bg1">
                  <a:lumMod val="75000"/>
                </a:schemeClr>
              </a:solidFill>
            </a:endParaRPr>
          </a:p>
          <a:p>
            <a:r>
              <a:rPr lang="zh-CN" altLang="en-US" b="1" dirty="0">
                <a:solidFill>
                  <a:schemeClr val="bg1">
                    <a:lumMod val="75000"/>
                  </a:schemeClr>
                </a:solidFill>
                <a:sym typeface="+mn-ea"/>
              </a:rPr>
              <a:t>实验环境配置</a:t>
            </a:r>
            <a:endParaRPr lang="zh-CN" altLang="en-US" b="1" dirty="0">
              <a:solidFill>
                <a:schemeClr val="bg1">
                  <a:lumMod val="75000"/>
                </a:schemeClr>
              </a:solidFill>
            </a:endParaRPr>
          </a:p>
          <a:p>
            <a:r>
              <a:rPr lang="zh-CN" altLang="en-US" b="1" dirty="0">
                <a:solidFill>
                  <a:schemeClr val="bg1">
                    <a:lumMod val="75000"/>
                  </a:schemeClr>
                </a:solidFill>
              </a:rPr>
              <a:t>数据集介绍以及数据处理</a:t>
            </a:r>
            <a:endParaRPr lang="zh-CN" altLang="en-US" b="1" dirty="0">
              <a:solidFill>
                <a:schemeClr val="bg1">
                  <a:lumMod val="75000"/>
                </a:schemeClr>
              </a:solidFill>
            </a:endParaRPr>
          </a:p>
          <a:p>
            <a:r>
              <a:rPr lang="en-US" altLang="zh-CN" b="1" dirty="0">
                <a:solidFill>
                  <a:schemeClr val="bg1">
                    <a:lumMod val="75000"/>
                  </a:schemeClr>
                </a:solidFill>
              </a:rPr>
              <a:t>MobileNetV3</a:t>
            </a:r>
            <a:r>
              <a:rPr lang="zh-CN" altLang="en-US" b="1" dirty="0">
                <a:solidFill>
                  <a:schemeClr val="bg1">
                    <a:lumMod val="75000"/>
                  </a:schemeClr>
                </a:solidFill>
              </a:rPr>
              <a:t>网络介绍</a:t>
            </a:r>
            <a:endParaRPr lang="zh-CN" altLang="en-US" dirty="0">
              <a:solidFill>
                <a:schemeClr val="bg1">
                  <a:lumMod val="75000"/>
                </a:schemeClr>
              </a:solidFill>
            </a:endParaRPr>
          </a:p>
          <a:p>
            <a:r>
              <a:rPr lang="zh-CN" altLang="en-US" b="1" dirty="0">
                <a:solidFill>
                  <a:schemeClr val="tx1"/>
                </a:solidFill>
              </a:rPr>
              <a:t>实验总结</a:t>
            </a:r>
            <a:endParaRPr lang="zh-CN" altLang="en-US" dirty="0">
              <a:solidFill>
                <a:schemeClr val="bg1">
                  <a:lumMod val="75000"/>
                </a:schemeClr>
              </a:solidFill>
            </a:endParaRPr>
          </a:p>
          <a:p>
            <a:r>
              <a:rPr lang="zh-CN" altLang="en-US" dirty="0">
                <a:solidFill>
                  <a:schemeClr val="bg1">
                    <a:lumMod val="75000"/>
                  </a:schemeClr>
                </a:solidFill>
              </a:rPr>
              <a:t>课后习题</a:t>
            </a:r>
            <a:endParaRPr lang="zh-CN" altLang="en-US" dirty="0">
              <a:solidFill>
                <a:schemeClr val="bg1">
                  <a:lumMod val="75000"/>
                </a:schemeClr>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146304"/>
          </a:xfrm>
          <a:prstGeom prst="rect">
            <a:avLst/>
          </a:prstGeom>
          <a:solidFill>
            <a:srgbClr val="2E86AB"/>
          </a:solidFill>
        </p:spPr>
      </p:sp>
      <p:sp>
        <p:nvSpPr>
          <p:cNvPr id="3" name="Text 1"/>
          <p:cNvSpPr/>
          <p:nvPr/>
        </p:nvSpPr>
        <p:spPr>
          <a:xfrm>
            <a:off x="731520" y="304800"/>
            <a:ext cx="10728960" cy="853440"/>
          </a:xfrm>
          <a:prstGeom prst="rect">
            <a:avLst/>
          </a:prstGeom>
          <a:noFill/>
        </p:spPr>
        <p:txBody>
          <a:bodyPr wrap="square" rtlCol="0" anchor="ctr"/>
          <a:lstStyle/>
          <a:p>
            <a:pPr marL="0" indent="0">
              <a:buNone/>
            </a:pPr>
            <a:r>
              <a:rPr lang="en-US" sz="32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0"/>
              </a:rPr>
              <a:t>为什么需要模型评估</a:t>
            </a:r>
            <a:endParaRPr lang="en-US" sz="32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4" name="Shape 2"/>
          <p:cNvSpPr/>
          <p:nvPr/>
        </p:nvSpPr>
        <p:spPr>
          <a:xfrm>
            <a:off x="755904" y="1194816"/>
            <a:ext cx="2682240" cy="60960"/>
          </a:xfrm>
          <a:prstGeom prst="rect">
            <a:avLst/>
          </a:prstGeom>
          <a:solidFill>
            <a:srgbClr val="E67E22"/>
          </a:solidFill>
        </p:spPr>
      </p:sp>
      <p:sp>
        <p:nvSpPr>
          <p:cNvPr id="5" name="Text 3"/>
          <p:cNvSpPr/>
          <p:nvPr/>
        </p:nvSpPr>
        <p:spPr>
          <a:xfrm>
            <a:off x="853440" y="1584960"/>
            <a:ext cx="10485120" cy="853440"/>
          </a:xfrm>
          <a:prstGeom prst="rect">
            <a:avLst/>
          </a:prstGeom>
          <a:noFill/>
        </p:spPr>
        <p:txBody>
          <a:bodyPr wrap="square" rtlCol="0" anchor="t"/>
          <a:lstStyle/>
          <a:p>
            <a:pPr marL="0" indent="0">
              <a:lnSpc>
                <a:spcPct val="115000"/>
              </a:lnSpc>
              <a:buNone/>
            </a:pPr>
            <a:r>
              <a:rPr lang="en-US" sz="2265"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rPr>
              <a:t>训练 loss 下降，只代表模型“记住了”训练数据，不代表泛化能力好。</a:t>
            </a:r>
            <a:endParaRPr lang="en-US" sz="2265" dirty="0"/>
          </a:p>
        </p:txBody>
      </p:sp>
      <p:sp>
        <p:nvSpPr>
          <p:cNvPr id="6" name="Text 4"/>
          <p:cNvSpPr/>
          <p:nvPr/>
        </p:nvSpPr>
        <p:spPr>
          <a:xfrm>
            <a:off x="853440" y="2560320"/>
            <a:ext cx="10485120" cy="853440"/>
          </a:xfrm>
          <a:prstGeom prst="rect">
            <a:avLst/>
          </a:prstGeom>
          <a:noFill/>
        </p:spPr>
        <p:txBody>
          <a:bodyPr wrap="square" rtlCol="0" anchor="t"/>
          <a:lstStyle/>
          <a:p>
            <a:pPr marL="0" indent="0">
              <a:lnSpc>
                <a:spcPct val="115000"/>
              </a:lnSpc>
              <a:buNone/>
            </a:pPr>
            <a:r>
              <a:rPr lang="en-US" sz="2265"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rPr>
              <a:t>模型评估是在未见过的验证集/测试集上，用统一指标衡量模型效果。</a:t>
            </a:r>
            <a:endParaRPr lang="en-US" sz="2265" dirty="0"/>
          </a:p>
        </p:txBody>
      </p:sp>
      <p:sp>
        <p:nvSpPr>
          <p:cNvPr id="7" name="Text 5"/>
          <p:cNvSpPr/>
          <p:nvPr/>
        </p:nvSpPr>
        <p:spPr>
          <a:xfrm>
            <a:off x="853440" y="3657600"/>
            <a:ext cx="10485120" cy="609600"/>
          </a:xfrm>
          <a:prstGeom prst="rect">
            <a:avLst/>
          </a:prstGeom>
          <a:noFill/>
        </p:spPr>
        <p:txBody>
          <a:bodyPr wrap="square" rtlCol="0" anchor="t"/>
          <a:lstStyle/>
          <a:p>
            <a:pPr marL="0" indent="0">
              <a:lnSpc>
                <a:spcPct val="115000"/>
              </a:lnSpc>
              <a:buNone/>
            </a:pPr>
            <a:r>
              <a:rPr lang="en-US" sz="2265"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rPr>
              <a:t>图像分类最常用的两个指标</a:t>
            </a:r>
            <a:r>
              <a:rPr lang="en-US" sz="2400" b="1" dirty="0">
                <a:solidFill>
                  <a:srgbClr val="1F4E79"/>
                </a:solidFill>
                <a:latin typeface="微软雅黑" panose="020B0503020204020204" pitchFamily="34" charset="-122"/>
                <a:ea typeface="微软雅黑" panose="020B0503020204020204" pitchFamily="34" charset="-122"/>
                <a:cs typeface="微软雅黑" panose="020B0503020204020204" pitchFamily="34" charset="-120"/>
              </a:rPr>
              <a:t>：</a:t>
            </a:r>
            <a:endParaRPr lang="en-US" sz="2400" dirty="0"/>
          </a:p>
        </p:txBody>
      </p:sp>
      <p:sp>
        <p:nvSpPr>
          <p:cNvPr id="8" name="Shape 6"/>
          <p:cNvSpPr/>
          <p:nvPr/>
        </p:nvSpPr>
        <p:spPr>
          <a:xfrm>
            <a:off x="1463040" y="4511040"/>
            <a:ext cx="4145280" cy="1219200"/>
          </a:xfrm>
          <a:prstGeom prst="roundRect">
            <a:avLst>
              <a:gd name="adj" fmla="val 8000"/>
            </a:avLst>
          </a:prstGeom>
          <a:solidFill>
            <a:srgbClr val="2E86AB"/>
          </a:solidFill>
          <a:ln w="12700">
            <a:solidFill>
              <a:srgbClr val="FFFFFF"/>
            </a:solidFill>
            <a:prstDash val="solid"/>
          </a:ln>
        </p:spPr>
      </p:sp>
      <p:sp>
        <p:nvSpPr>
          <p:cNvPr id="9" name="Text 7"/>
          <p:cNvSpPr/>
          <p:nvPr/>
        </p:nvSpPr>
        <p:spPr>
          <a:xfrm>
            <a:off x="1524000" y="4511040"/>
            <a:ext cx="4023360" cy="1219200"/>
          </a:xfrm>
          <a:prstGeom prst="rect">
            <a:avLst/>
          </a:prstGeom>
          <a:noFill/>
        </p:spPr>
        <p:txBody>
          <a:bodyPr wrap="square" rtlCol="0" anchor="ctr"/>
          <a:lstStyle/>
          <a:p>
            <a:pPr marL="0" indent="0" algn="ctr">
              <a:buNone/>
            </a:pPr>
            <a:r>
              <a:rPr lang="en-US" sz="2265"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Top-1 准确率</a:t>
            </a:r>
            <a:endParaRPr lang="en-US" sz="2265" dirty="0"/>
          </a:p>
          <a:p>
            <a:pPr marL="0" indent="0" algn="ctr">
              <a:buNone/>
            </a:pPr>
            <a:r>
              <a:rPr lang="en-US" sz="2265"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只看概率最高的类别</a:t>
            </a:r>
            <a:endParaRPr lang="en-US" sz="2265" dirty="0"/>
          </a:p>
        </p:txBody>
      </p:sp>
      <p:sp>
        <p:nvSpPr>
          <p:cNvPr id="10" name="Shape 8"/>
          <p:cNvSpPr/>
          <p:nvPr/>
        </p:nvSpPr>
        <p:spPr>
          <a:xfrm>
            <a:off x="6583680" y="4511040"/>
            <a:ext cx="4145280" cy="1219200"/>
          </a:xfrm>
          <a:prstGeom prst="roundRect">
            <a:avLst>
              <a:gd name="adj" fmla="val 8000"/>
            </a:avLst>
          </a:prstGeom>
          <a:solidFill>
            <a:srgbClr val="27AE60"/>
          </a:solidFill>
          <a:ln w="12700">
            <a:solidFill>
              <a:srgbClr val="FFFFFF"/>
            </a:solidFill>
            <a:prstDash val="solid"/>
          </a:ln>
        </p:spPr>
      </p:sp>
      <p:sp>
        <p:nvSpPr>
          <p:cNvPr id="11" name="Text 9"/>
          <p:cNvSpPr/>
          <p:nvPr/>
        </p:nvSpPr>
        <p:spPr>
          <a:xfrm>
            <a:off x="6644640" y="4511040"/>
            <a:ext cx="4023360" cy="1219200"/>
          </a:xfrm>
          <a:prstGeom prst="rect">
            <a:avLst/>
          </a:prstGeom>
          <a:noFill/>
        </p:spPr>
        <p:txBody>
          <a:bodyPr wrap="square" rtlCol="0" anchor="ctr"/>
          <a:lstStyle/>
          <a:p>
            <a:pPr marL="0" indent="0" algn="ctr">
              <a:buNone/>
            </a:pPr>
            <a:r>
              <a:rPr lang="en-US" sz="2265"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Top-5 准确率</a:t>
            </a:r>
            <a:endParaRPr lang="en-US" sz="2265" dirty="0"/>
          </a:p>
          <a:p>
            <a:pPr marL="0" indent="0" algn="ctr">
              <a:buNone/>
            </a:pPr>
            <a:r>
              <a:rPr lang="en-US" sz="2265"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看前 5 个候选是否命中</a:t>
            </a:r>
            <a:endParaRPr lang="en-US" sz="2265"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146304"/>
          </a:xfrm>
          <a:prstGeom prst="rect">
            <a:avLst/>
          </a:prstGeom>
          <a:solidFill>
            <a:srgbClr val="2E86AB"/>
          </a:solidFill>
        </p:spPr>
      </p:sp>
      <p:sp>
        <p:nvSpPr>
          <p:cNvPr id="3" name="Text 1"/>
          <p:cNvSpPr/>
          <p:nvPr/>
        </p:nvSpPr>
        <p:spPr>
          <a:xfrm>
            <a:off x="731520" y="304800"/>
            <a:ext cx="10728960" cy="853440"/>
          </a:xfrm>
          <a:prstGeom prst="rect">
            <a:avLst/>
          </a:prstGeom>
          <a:noFill/>
        </p:spPr>
        <p:txBody>
          <a:bodyPr wrap="square" rtlCol="0" anchor="ctr"/>
          <a:lstStyle/>
          <a:p>
            <a:pPr marL="0" indent="0">
              <a:buNone/>
            </a:pPr>
            <a:r>
              <a:rPr lang="en-US" sz="32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0"/>
              </a:rPr>
              <a:t>Top-1 准确率：只猜一次，猜中才算对</a:t>
            </a:r>
            <a:endParaRPr lang="en-US" sz="32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4" name="Shape 2"/>
          <p:cNvSpPr/>
          <p:nvPr/>
        </p:nvSpPr>
        <p:spPr>
          <a:xfrm>
            <a:off x="755904" y="1194816"/>
            <a:ext cx="2682240" cy="60960"/>
          </a:xfrm>
          <a:prstGeom prst="rect">
            <a:avLst/>
          </a:prstGeom>
          <a:solidFill>
            <a:srgbClr val="E67E22"/>
          </a:solidFill>
        </p:spPr>
      </p:sp>
      <p:sp>
        <p:nvSpPr>
          <p:cNvPr id="5" name="Text 3"/>
          <p:cNvSpPr/>
          <p:nvPr/>
        </p:nvSpPr>
        <p:spPr>
          <a:xfrm>
            <a:off x="853440" y="1584960"/>
            <a:ext cx="10485120" cy="853440"/>
          </a:xfrm>
          <a:prstGeom prst="rect">
            <a:avLst/>
          </a:prstGeom>
          <a:noFill/>
        </p:spPr>
        <p:txBody>
          <a:bodyPr wrap="square" rtlCol="0" anchor="t"/>
          <a:lstStyle/>
          <a:p>
            <a:pPr marL="0" indent="0">
              <a:lnSpc>
                <a:spcPct val="115000"/>
              </a:lnSpc>
              <a:buNone/>
            </a:pPr>
            <a:r>
              <a:rPr lang="en-US" sz="2265"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rPr>
              <a:t>模型对每张图输出所有类别的概率，概率最高的类别就是“预测类别”。</a:t>
            </a:r>
            <a:endParaRPr lang="en-US" sz="2265" dirty="0"/>
          </a:p>
        </p:txBody>
      </p:sp>
      <p:sp>
        <p:nvSpPr>
          <p:cNvPr id="6" name="Text 4"/>
          <p:cNvSpPr/>
          <p:nvPr/>
        </p:nvSpPr>
        <p:spPr>
          <a:xfrm>
            <a:off x="853440" y="2560320"/>
            <a:ext cx="10485120" cy="853440"/>
          </a:xfrm>
          <a:prstGeom prst="rect">
            <a:avLst/>
          </a:prstGeom>
          <a:noFill/>
        </p:spPr>
        <p:txBody>
          <a:bodyPr wrap="square" rtlCol="0" anchor="t"/>
          <a:lstStyle/>
          <a:p>
            <a:pPr marL="0" indent="0">
              <a:lnSpc>
                <a:spcPct val="115000"/>
              </a:lnSpc>
              <a:buNone/>
            </a:pPr>
            <a:r>
              <a:rPr lang="en-US" sz="2265"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rPr>
              <a:t>预测类别 == 真实标签，这张图才计为正确。</a:t>
            </a:r>
            <a:endParaRPr lang="en-US" sz="2265" dirty="0"/>
          </a:p>
        </p:txBody>
      </p:sp>
      <p:sp>
        <p:nvSpPr>
          <p:cNvPr id="7" name="Text 5"/>
          <p:cNvSpPr/>
          <p:nvPr/>
        </p:nvSpPr>
        <p:spPr>
          <a:xfrm>
            <a:off x="853440" y="3718560"/>
            <a:ext cx="10485120" cy="853440"/>
          </a:xfrm>
          <a:prstGeom prst="rect">
            <a:avLst/>
          </a:prstGeom>
          <a:noFill/>
        </p:spPr>
        <p:txBody>
          <a:bodyPr wrap="square" rtlCol="0" anchor="t"/>
          <a:lstStyle/>
          <a:p>
            <a:pPr marL="0" indent="0" algn="ctr">
              <a:lnSpc>
                <a:spcPct val="115000"/>
              </a:lnSpc>
              <a:buNone/>
            </a:pPr>
            <a:r>
              <a:rPr lang="en-US" sz="32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0"/>
              </a:rPr>
              <a:t>Top-1 Acc = 预测正确的图像数 / 总图像数 × 100%</a:t>
            </a:r>
            <a:endParaRPr lang="en-US" sz="32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8" name="Text 6"/>
          <p:cNvSpPr/>
          <p:nvPr/>
        </p:nvSpPr>
        <p:spPr>
          <a:xfrm>
            <a:off x="853440" y="5120640"/>
            <a:ext cx="10485120" cy="731520"/>
          </a:xfrm>
          <a:prstGeom prst="rect">
            <a:avLst/>
          </a:prstGeom>
          <a:noFill/>
        </p:spPr>
        <p:txBody>
          <a:bodyPr wrap="square" rtlCol="0" anchor="t"/>
          <a:lstStyle/>
          <a:p>
            <a:pPr marL="0" indent="0" algn="ctr">
              <a:lnSpc>
                <a:spcPct val="115000"/>
              </a:lnSpc>
              <a:buNone/>
            </a:pPr>
            <a:r>
              <a:rPr lang="en-US" sz="2265"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rPr>
              <a:t>例子：验证集 1000 张图，预测正确 850 张 → Top-1 = 85.0%</a:t>
            </a:r>
            <a:endParaRPr lang="en-US" sz="2265"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146304"/>
          </a:xfrm>
          <a:prstGeom prst="rect">
            <a:avLst/>
          </a:prstGeom>
          <a:solidFill>
            <a:srgbClr val="2E86AB"/>
          </a:solidFill>
        </p:spPr>
      </p:sp>
      <p:sp>
        <p:nvSpPr>
          <p:cNvPr id="3" name="Text 1"/>
          <p:cNvSpPr/>
          <p:nvPr/>
        </p:nvSpPr>
        <p:spPr>
          <a:xfrm>
            <a:off x="731520" y="304800"/>
            <a:ext cx="10728960" cy="853440"/>
          </a:xfrm>
          <a:prstGeom prst="rect">
            <a:avLst/>
          </a:prstGeom>
          <a:noFill/>
        </p:spPr>
        <p:txBody>
          <a:bodyPr wrap="square" rtlCol="0" anchor="ctr"/>
          <a:lstStyle/>
          <a:p>
            <a:pPr marL="0" indent="0">
              <a:buNone/>
            </a:pPr>
            <a:r>
              <a:rPr lang="en-US" sz="32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0"/>
              </a:rPr>
              <a:t>Top-5 准确率：前 5 个候选里有正确类别就算对</a:t>
            </a:r>
            <a:endParaRPr lang="en-US" sz="32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4" name="Shape 2"/>
          <p:cNvSpPr/>
          <p:nvPr/>
        </p:nvSpPr>
        <p:spPr>
          <a:xfrm>
            <a:off x="755904" y="1194816"/>
            <a:ext cx="2682240" cy="60960"/>
          </a:xfrm>
          <a:prstGeom prst="rect">
            <a:avLst/>
          </a:prstGeom>
          <a:solidFill>
            <a:srgbClr val="E67E22"/>
          </a:solidFill>
        </p:spPr>
      </p:sp>
      <p:sp>
        <p:nvSpPr>
          <p:cNvPr id="5" name="Text 3"/>
          <p:cNvSpPr/>
          <p:nvPr/>
        </p:nvSpPr>
        <p:spPr>
          <a:xfrm>
            <a:off x="853440" y="1584960"/>
            <a:ext cx="10485120" cy="853440"/>
          </a:xfrm>
          <a:prstGeom prst="rect">
            <a:avLst/>
          </a:prstGeom>
          <a:noFill/>
        </p:spPr>
        <p:txBody>
          <a:bodyPr wrap="square" rtlCol="0" anchor="t"/>
          <a:lstStyle/>
          <a:p>
            <a:pPr marL="0" indent="0">
              <a:lnSpc>
                <a:spcPct val="115000"/>
              </a:lnSpc>
              <a:buNone/>
            </a:pPr>
            <a:r>
              <a:rPr lang="en-US" sz="2265"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rPr>
              <a:t>模型输出概率后，取概率最高的前 5 个类别作为候选集合。</a:t>
            </a:r>
            <a:endParaRPr lang="en-US" sz="2265" dirty="0"/>
          </a:p>
        </p:txBody>
      </p:sp>
      <p:sp>
        <p:nvSpPr>
          <p:cNvPr id="6" name="Text 4"/>
          <p:cNvSpPr/>
          <p:nvPr/>
        </p:nvSpPr>
        <p:spPr>
          <a:xfrm>
            <a:off x="853440" y="2560320"/>
            <a:ext cx="10485120" cy="853440"/>
          </a:xfrm>
          <a:prstGeom prst="rect">
            <a:avLst/>
          </a:prstGeom>
          <a:noFill/>
        </p:spPr>
        <p:txBody>
          <a:bodyPr wrap="square" rtlCol="0" anchor="t"/>
          <a:lstStyle/>
          <a:p>
            <a:pPr marL="0" indent="0">
              <a:lnSpc>
                <a:spcPct val="115000"/>
              </a:lnSpc>
              <a:buNone/>
            </a:pPr>
            <a:r>
              <a:rPr lang="en-US" sz="2265"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rPr>
              <a:t>真实标签出现在前 5 名中，这张图计为正确。</a:t>
            </a:r>
            <a:endParaRPr lang="en-US" sz="2265" dirty="0"/>
          </a:p>
        </p:txBody>
      </p:sp>
      <p:sp>
        <p:nvSpPr>
          <p:cNvPr id="7" name="Text 5"/>
          <p:cNvSpPr/>
          <p:nvPr/>
        </p:nvSpPr>
        <p:spPr>
          <a:xfrm>
            <a:off x="853440" y="3718560"/>
            <a:ext cx="10485120" cy="853440"/>
          </a:xfrm>
          <a:prstGeom prst="rect">
            <a:avLst/>
          </a:prstGeom>
          <a:noFill/>
        </p:spPr>
        <p:txBody>
          <a:bodyPr wrap="square" rtlCol="0" anchor="t"/>
          <a:lstStyle/>
          <a:p>
            <a:pPr marL="0" indent="0" algn="ctr">
              <a:lnSpc>
                <a:spcPct val="115000"/>
              </a:lnSpc>
              <a:buNone/>
            </a:pPr>
            <a:r>
              <a:rPr lang="en-US" sz="3200" b="1" dirty="0">
                <a:solidFill>
                  <a:srgbClr val="C7000B"/>
                </a:solidFill>
                <a:latin typeface="微软雅黑" panose="020B0503020204020204" pitchFamily="34" charset="-122"/>
                <a:ea typeface="微软雅黑" panose="020B0503020204020204" pitchFamily="34" charset="-122"/>
                <a:cs typeface="微软雅黑" panose="020B0503020204020204" pitchFamily="34" charset="-120"/>
              </a:rPr>
              <a:t>Top-5 Acc = 前 5 命中正确的图像数 / 总图像数 × 100%</a:t>
            </a:r>
            <a:endParaRPr lang="en-US" sz="3200" b="1" dirty="0">
              <a:solidFill>
                <a:srgbClr val="C7000B"/>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8" name="Text 6"/>
          <p:cNvSpPr/>
          <p:nvPr/>
        </p:nvSpPr>
        <p:spPr>
          <a:xfrm>
            <a:off x="853440" y="5120640"/>
            <a:ext cx="10485120" cy="731520"/>
          </a:xfrm>
          <a:prstGeom prst="rect">
            <a:avLst/>
          </a:prstGeom>
          <a:noFill/>
        </p:spPr>
        <p:txBody>
          <a:bodyPr wrap="square" rtlCol="0" anchor="t"/>
          <a:lstStyle/>
          <a:p>
            <a:pPr marL="0" indent="0" algn="ctr">
              <a:lnSpc>
                <a:spcPct val="115000"/>
              </a:lnSpc>
              <a:buNone/>
            </a:pPr>
            <a:r>
              <a:rPr lang="en-US" sz="2265"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rPr>
              <a:t>适合类别相似、难分任务，能体现模型“知道大概是什么”的能力。</a:t>
            </a:r>
            <a:endParaRPr lang="en-US" sz="2265"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146304"/>
          </a:xfrm>
          <a:prstGeom prst="rect">
            <a:avLst/>
          </a:prstGeom>
          <a:solidFill>
            <a:srgbClr val="2E86AB"/>
          </a:solidFill>
        </p:spPr>
      </p:sp>
      <p:sp>
        <p:nvSpPr>
          <p:cNvPr id="3" name="Text 1"/>
          <p:cNvSpPr/>
          <p:nvPr/>
        </p:nvSpPr>
        <p:spPr>
          <a:xfrm>
            <a:off x="731520" y="304800"/>
            <a:ext cx="10728960" cy="853440"/>
          </a:xfrm>
          <a:prstGeom prst="rect">
            <a:avLst/>
          </a:prstGeom>
          <a:noFill/>
        </p:spPr>
        <p:txBody>
          <a:bodyPr wrap="square" rtlCol="0" anchor="ctr"/>
          <a:lstStyle/>
          <a:p>
            <a:pPr marL="0" indent="0">
              <a:buNone/>
            </a:pPr>
            <a:r>
              <a:rPr lang="en-US" sz="32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0"/>
              </a:rPr>
              <a:t>Top-1 vs Top-5 对比</a:t>
            </a:r>
            <a:endParaRPr lang="en-US" sz="32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4" name="Shape 2"/>
          <p:cNvSpPr/>
          <p:nvPr/>
        </p:nvSpPr>
        <p:spPr>
          <a:xfrm>
            <a:off x="755904" y="1194816"/>
            <a:ext cx="2682240" cy="60960"/>
          </a:xfrm>
          <a:prstGeom prst="rect">
            <a:avLst/>
          </a:prstGeom>
          <a:solidFill>
            <a:srgbClr val="E67E22"/>
          </a:solidFill>
        </p:spPr>
      </p:sp>
      <p:sp>
        <p:nvSpPr>
          <p:cNvPr id="5" name="Shape 3"/>
          <p:cNvSpPr/>
          <p:nvPr/>
        </p:nvSpPr>
        <p:spPr>
          <a:xfrm>
            <a:off x="853440" y="1706880"/>
            <a:ext cx="5120640" cy="975360"/>
          </a:xfrm>
          <a:prstGeom prst="roundRect">
            <a:avLst>
              <a:gd name="adj" fmla="val 10000"/>
            </a:avLst>
          </a:prstGeom>
          <a:solidFill>
            <a:srgbClr val="C0392B"/>
          </a:solidFill>
          <a:ln w="12700">
            <a:solidFill>
              <a:srgbClr val="FFFFFF"/>
            </a:solidFill>
            <a:prstDash val="solid"/>
          </a:ln>
        </p:spPr>
      </p:sp>
      <p:sp>
        <p:nvSpPr>
          <p:cNvPr id="6" name="Text 4"/>
          <p:cNvSpPr/>
          <p:nvPr/>
        </p:nvSpPr>
        <p:spPr>
          <a:xfrm>
            <a:off x="914400" y="1706880"/>
            <a:ext cx="4998720" cy="975360"/>
          </a:xfrm>
          <a:prstGeom prst="rect">
            <a:avLst/>
          </a:prstGeom>
          <a:noFill/>
        </p:spPr>
        <p:txBody>
          <a:bodyPr wrap="square" rtlCol="0" anchor="ctr"/>
          <a:lstStyle/>
          <a:p>
            <a:pPr marL="0" indent="0" algn="ctr">
              <a:buNone/>
            </a:pPr>
            <a:r>
              <a:rPr lang="en-US" sz="24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Top-1：严格指标</a:t>
            </a:r>
            <a:endParaRPr lang="en-US" sz="2400" dirty="0"/>
          </a:p>
        </p:txBody>
      </p:sp>
      <p:sp>
        <p:nvSpPr>
          <p:cNvPr id="7" name="Text 5"/>
          <p:cNvSpPr/>
          <p:nvPr/>
        </p:nvSpPr>
        <p:spPr>
          <a:xfrm>
            <a:off x="853440" y="2926080"/>
            <a:ext cx="5120640" cy="609600"/>
          </a:xfrm>
          <a:prstGeom prst="rect">
            <a:avLst/>
          </a:prstGeom>
          <a:noFill/>
        </p:spPr>
        <p:txBody>
          <a:bodyPr wrap="square" rtlCol="0" anchor="t"/>
          <a:lstStyle/>
          <a:p>
            <a:pPr marL="0" indent="0">
              <a:lnSpc>
                <a:spcPct val="115000"/>
              </a:lnSpc>
              <a:buNone/>
            </a:pPr>
            <a:r>
              <a:rPr lang="en-US" sz="2135"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rPr>
              <a:t>只看概率最高的 1 个预测；</a:t>
            </a:r>
            <a:endParaRPr lang="en-US" sz="2135" dirty="0"/>
          </a:p>
        </p:txBody>
      </p:sp>
      <p:sp>
        <p:nvSpPr>
          <p:cNvPr id="8" name="Text 6"/>
          <p:cNvSpPr/>
          <p:nvPr/>
        </p:nvSpPr>
        <p:spPr>
          <a:xfrm>
            <a:off x="853440" y="3657600"/>
            <a:ext cx="5120640" cy="609600"/>
          </a:xfrm>
          <a:prstGeom prst="rect">
            <a:avLst/>
          </a:prstGeom>
          <a:noFill/>
        </p:spPr>
        <p:txBody>
          <a:bodyPr wrap="square" rtlCol="0" anchor="t"/>
          <a:lstStyle/>
          <a:p>
            <a:pPr marL="0" indent="0">
              <a:lnSpc>
                <a:spcPct val="115000"/>
              </a:lnSpc>
              <a:buNone/>
            </a:pPr>
            <a:r>
              <a:rPr lang="en-US" sz="2135"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rPr>
              <a:t>对类间差异明显的任务更直观；</a:t>
            </a:r>
            <a:endParaRPr lang="en-US" sz="2135" dirty="0"/>
          </a:p>
        </p:txBody>
      </p:sp>
      <p:sp>
        <p:nvSpPr>
          <p:cNvPr id="9" name="Text 7"/>
          <p:cNvSpPr/>
          <p:nvPr/>
        </p:nvSpPr>
        <p:spPr>
          <a:xfrm>
            <a:off x="853440" y="4389120"/>
            <a:ext cx="5120640" cy="609600"/>
          </a:xfrm>
          <a:prstGeom prst="rect">
            <a:avLst/>
          </a:prstGeom>
          <a:noFill/>
        </p:spPr>
        <p:txBody>
          <a:bodyPr wrap="square" rtlCol="0" anchor="t"/>
          <a:lstStyle/>
          <a:p>
            <a:pPr marL="0" indent="0">
              <a:lnSpc>
                <a:spcPct val="115000"/>
              </a:lnSpc>
              <a:buNone/>
            </a:pPr>
            <a:r>
              <a:rPr lang="en-US" sz="2135"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rPr>
              <a:t>数值通常低于 Top-5。</a:t>
            </a:r>
            <a:endParaRPr lang="en-US" sz="2135" dirty="0"/>
          </a:p>
        </p:txBody>
      </p:sp>
      <p:sp>
        <p:nvSpPr>
          <p:cNvPr id="10" name="Shape 8"/>
          <p:cNvSpPr/>
          <p:nvPr/>
        </p:nvSpPr>
        <p:spPr>
          <a:xfrm>
            <a:off x="6217920" y="1706880"/>
            <a:ext cx="5120640" cy="975360"/>
          </a:xfrm>
          <a:prstGeom prst="roundRect">
            <a:avLst>
              <a:gd name="adj" fmla="val 10000"/>
            </a:avLst>
          </a:prstGeom>
          <a:solidFill>
            <a:srgbClr val="27AE60"/>
          </a:solidFill>
          <a:ln w="12700">
            <a:solidFill>
              <a:srgbClr val="FFFFFF"/>
            </a:solidFill>
            <a:prstDash val="solid"/>
          </a:ln>
        </p:spPr>
      </p:sp>
      <p:sp>
        <p:nvSpPr>
          <p:cNvPr id="11" name="Text 9"/>
          <p:cNvSpPr/>
          <p:nvPr/>
        </p:nvSpPr>
        <p:spPr>
          <a:xfrm>
            <a:off x="6278880" y="1706880"/>
            <a:ext cx="4998720" cy="975360"/>
          </a:xfrm>
          <a:prstGeom prst="rect">
            <a:avLst/>
          </a:prstGeom>
          <a:noFill/>
        </p:spPr>
        <p:txBody>
          <a:bodyPr wrap="square" rtlCol="0" anchor="ctr"/>
          <a:lstStyle/>
          <a:p>
            <a:pPr marL="0" indent="0" algn="ctr">
              <a:buNone/>
            </a:pPr>
            <a:r>
              <a:rPr lang="en-US" sz="24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Top-5：宽松指标</a:t>
            </a:r>
            <a:endParaRPr lang="en-US" sz="2400" dirty="0"/>
          </a:p>
        </p:txBody>
      </p:sp>
      <p:sp>
        <p:nvSpPr>
          <p:cNvPr id="12" name="Text 10"/>
          <p:cNvSpPr/>
          <p:nvPr/>
        </p:nvSpPr>
        <p:spPr>
          <a:xfrm>
            <a:off x="6217920" y="2926080"/>
            <a:ext cx="5120640" cy="609600"/>
          </a:xfrm>
          <a:prstGeom prst="rect">
            <a:avLst/>
          </a:prstGeom>
          <a:noFill/>
        </p:spPr>
        <p:txBody>
          <a:bodyPr wrap="square" rtlCol="0" anchor="t"/>
          <a:lstStyle/>
          <a:p>
            <a:pPr marL="0" indent="0">
              <a:lnSpc>
                <a:spcPct val="115000"/>
              </a:lnSpc>
              <a:buNone/>
            </a:pPr>
            <a:r>
              <a:rPr lang="en-US" sz="2135"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rPr>
              <a:t>看前 5 个候选是否命中；</a:t>
            </a:r>
            <a:endParaRPr lang="en-US" sz="2135" dirty="0"/>
          </a:p>
        </p:txBody>
      </p:sp>
      <p:sp>
        <p:nvSpPr>
          <p:cNvPr id="13" name="Text 11"/>
          <p:cNvSpPr/>
          <p:nvPr/>
        </p:nvSpPr>
        <p:spPr>
          <a:xfrm>
            <a:off x="6217920" y="3657600"/>
            <a:ext cx="5120640" cy="609600"/>
          </a:xfrm>
          <a:prstGeom prst="rect">
            <a:avLst/>
          </a:prstGeom>
          <a:noFill/>
        </p:spPr>
        <p:txBody>
          <a:bodyPr wrap="square" rtlCol="0" anchor="t"/>
          <a:lstStyle/>
          <a:p>
            <a:pPr marL="0" indent="0">
              <a:lnSpc>
                <a:spcPct val="115000"/>
              </a:lnSpc>
              <a:buNone/>
            </a:pPr>
            <a:r>
              <a:rPr lang="en-US" sz="2135"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rPr>
              <a:t>对相似类别、易混淆任务更友好；</a:t>
            </a:r>
            <a:endParaRPr lang="en-US" sz="2135" dirty="0"/>
          </a:p>
        </p:txBody>
      </p:sp>
      <p:sp>
        <p:nvSpPr>
          <p:cNvPr id="14" name="Text 12"/>
          <p:cNvSpPr/>
          <p:nvPr/>
        </p:nvSpPr>
        <p:spPr>
          <a:xfrm>
            <a:off x="6217920" y="4389120"/>
            <a:ext cx="5120640" cy="609600"/>
          </a:xfrm>
          <a:prstGeom prst="rect">
            <a:avLst/>
          </a:prstGeom>
          <a:noFill/>
        </p:spPr>
        <p:txBody>
          <a:bodyPr wrap="square" rtlCol="0" anchor="t"/>
          <a:lstStyle/>
          <a:p>
            <a:pPr marL="0" indent="0">
              <a:lnSpc>
                <a:spcPct val="115000"/>
              </a:lnSpc>
              <a:buNone/>
            </a:pPr>
            <a:r>
              <a:rPr lang="en-US" sz="2135"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rPr>
              <a:t>数值通常高于 Top-1。</a:t>
            </a:r>
            <a:endParaRPr lang="en-US" sz="2135" dirty="0"/>
          </a:p>
        </p:txBody>
      </p:sp>
      <p:sp>
        <p:nvSpPr>
          <p:cNvPr id="15" name="Text 13"/>
          <p:cNvSpPr/>
          <p:nvPr/>
        </p:nvSpPr>
        <p:spPr>
          <a:xfrm>
            <a:off x="853440" y="5425440"/>
            <a:ext cx="10485120" cy="731520"/>
          </a:xfrm>
          <a:prstGeom prst="rect">
            <a:avLst/>
          </a:prstGeom>
          <a:noFill/>
        </p:spPr>
        <p:txBody>
          <a:bodyPr wrap="square" rtlCol="0" anchor="t"/>
          <a:lstStyle/>
          <a:p>
            <a:pPr marL="0" indent="0" algn="ctr">
              <a:lnSpc>
                <a:spcPct val="115000"/>
              </a:lnSpc>
              <a:buNone/>
            </a:pPr>
            <a:r>
              <a:rPr lang="en-US" sz="2135"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rPr>
              <a:t>实验报告里通常两个都报：</a:t>
            </a:r>
            <a:r>
              <a:rPr lang="en-US" sz="2135"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0"/>
              </a:rPr>
              <a:t>Top-1 看实际可用性，Top-5 看模型潜力。</a:t>
            </a:r>
            <a:endParaRPr lang="en-US" sz="2135"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0"/>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146304"/>
          </a:xfrm>
          <a:prstGeom prst="rect">
            <a:avLst/>
          </a:prstGeom>
          <a:solidFill>
            <a:srgbClr val="E67E22"/>
          </a:solidFill>
        </p:spPr>
      </p:sp>
      <p:sp>
        <p:nvSpPr>
          <p:cNvPr id="3" name="Text 1"/>
          <p:cNvSpPr/>
          <p:nvPr/>
        </p:nvSpPr>
        <p:spPr>
          <a:xfrm>
            <a:off x="731520" y="304800"/>
            <a:ext cx="10728960" cy="853440"/>
          </a:xfrm>
          <a:prstGeom prst="rect">
            <a:avLst/>
          </a:prstGeom>
          <a:noFill/>
        </p:spPr>
        <p:txBody>
          <a:bodyPr wrap="square" rtlCol="0" anchor="ctr"/>
          <a:lstStyle/>
          <a:p>
            <a:pPr marL="0" indent="0">
              <a:buNone/>
            </a:pPr>
            <a:r>
              <a:rPr lang="en-US" sz="32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0"/>
              </a:rPr>
              <a:t>从 GPU 到 NPU：为什么要迁移</a:t>
            </a:r>
            <a:endParaRPr lang="en-US" sz="32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4" name="Shape 2"/>
          <p:cNvSpPr/>
          <p:nvPr/>
        </p:nvSpPr>
        <p:spPr>
          <a:xfrm>
            <a:off x="755904" y="1194816"/>
            <a:ext cx="2682240" cy="60960"/>
          </a:xfrm>
          <a:prstGeom prst="rect">
            <a:avLst/>
          </a:prstGeom>
          <a:solidFill>
            <a:srgbClr val="E67E22"/>
          </a:solidFill>
        </p:spPr>
      </p:sp>
      <p:sp>
        <p:nvSpPr>
          <p:cNvPr id="5" name="Text 3"/>
          <p:cNvSpPr/>
          <p:nvPr/>
        </p:nvSpPr>
        <p:spPr>
          <a:xfrm>
            <a:off x="853440" y="1584960"/>
            <a:ext cx="10485120" cy="853440"/>
          </a:xfrm>
          <a:prstGeom prst="rect">
            <a:avLst/>
          </a:prstGeom>
          <a:noFill/>
        </p:spPr>
        <p:txBody>
          <a:bodyPr wrap="square" rtlCol="0" anchor="t"/>
          <a:lstStyle/>
          <a:p>
            <a:pPr marL="0" indent="0">
              <a:lnSpc>
                <a:spcPct val="115000"/>
              </a:lnSpc>
              <a:buNone/>
            </a:pPr>
            <a:r>
              <a:rPr lang="en-US" sz="2265"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rPr>
              <a:t>华为 Ascend NPU 是面向 AI 训练的加速硬件，配合 CANN + torch_npu 使用。</a:t>
            </a:r>
            <a:endParaRPr lang="en-US" sz="2265" dirty="0"/>
          </a:p>
        </p:txBody>
      </p:sp>
      <p:sp>
        <p:nvSpPr>
          <p:cNvPr id="6" name="Text 4"/>
          <p:cNvSpPr/>
          <p:nvPr/>
        </p:nvSpPr>
        <p:spPr>
          <a:xfrm>
            <a:off x="853440" y="2560320"/>
            <a:ext cx="10485120" cy="853440"/>
          </a:xfrm>
          <a:prstGeom prst="rect">
            <a:avLst/>
          </a:prstGeom>
          <a:noFill/>
        </p:spPr>
        <p:txBody>
          <a:bodyPr wrap="square" rtlCol="0" anchor="t"/>
          <a:lstStyle/>
          <a:p>
            <a:pPr marL="0" indent="0">
              <a:lnSpc>
                <a:spcPct val="115000"/>
              </a:lnSpc>
              <a:buNone/>
            </a:pPr>
            <a:r>
              <a:rPr lang="en-US" sz="2265"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rPr>
              <a:t>PyTorch 代码高度设备无关：模型、数据、优化器写法基本不变。</a:t>
            </a:r>
            <a:endParaRPr lang="en-US" sz="2265" dirty="0"/>
          </a:p>
        </p:txBody>
      </p:sp>
      <p:sp>
        <p:nvSpPr>
          <p:cNvPr id="7" name="Text 5"/>
          <p:cNvSpPr/>
          <p:nvPr/>
        </p:nvSpPr>
        <p:spPr>
          <a:xfrm>
            <a:off x="853440" y="3657600"/>
            <a:ext cx="10485120" cy="609600"/>
          </a:xfrm>
          <a:prstGeom prst="rect">
            <a:avLst/>
          </a:prstGeom>
          <a:noFill/>
        </p:spPr>
        <p:txBody>
          <a:bodyPr wrap="square" rtlCol="0" anchor="t"/>
          <a:lstStyle/>
          <a:p>
            <a:pPr marL="0" indent="0">
              <a:lnSpc>
                <a:spcPct val="115000"/>
              </a:lnSpc>
              <a:buNone/>
            </a:pPr>
            <a:r>
              <a:rPr lang="en-US" sz="2400" b="1" dirty="0">
                <a:solidFill>
                  <a:srgbClr val="1F4E79"/>
                </a:solidFill>
                <a:latin typeface="微软雅黑" panose="020B0503020204020204" pitchFamily="34" charset="-122"/>
                <a:ea typeface="微软雅黑" panose="020B0503020204020204" pitchFamily="34" charset="-122"/>
                <a:cs typeface="微软雅黑" panose="020B0503020204020204" pitchFamily="34" charset="-120"/>
              </a:rPr>
              <a:t>迁移的核心只有两件事：</a:t>
            </a:r>
            <a:endParaRPr lang="en-US" sz="2400" dirty="0"/>
          </a:p>
        </p:txBody>
      </p:sp>
      <p:sp>
        <p:nvSpPr>
          <p:cNvPr id="8" name="Text 6"/>
          <p:cNvSpPr/>
          <p:nvPr/>
        </p:nvSpPr>
        <p:spPr>
          <a:xfrm>
            <a:off x="853440" y="4450080"/>
            <a:ext cx="10485120" cy="609600"/>
          </a:xfrm>
          <a:prstGeom prst="rect">
            <a:avLst/>
          </a:prstGeom>
          <a:noFill/>
        </p:spPr>
        <p:txBody>
          <a:bodyPr wrap="square" rtlCol="0" anchor="t"/>
          <a:lstStyle/>
          <a:p>
            <a:pPr marL="0" indent="0">
              <a:lnSpc>
                <a:spcPct val="115000"/>
              </a:lnSpc>
              <a:buNone/>
            </a:pPr>
            <a:r>
              <a:rPr lang="en-US" sz="2265"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rPr>
              <a:t>1. 导入 torch_npu 注册 NPU 后端</a:t>
            </a:r>
            <a:endParaRPr lang="en-US" sz="2265" dirty="0"/>
          </a:p>
        </p:txBody>
      </p:sp>
      <p:sp>
        <p:nvSpPr>
          <p:cNvPr id="9" name="Text 7"/>
          <p:cNvSpPr/>
          <p:nvPr/>
        </p:nvSpPr>
        <p:spPr>
          <a:xfrm>
            <a:off x="853440" y="5242560"/>
            <a:ext cx="10485120" cy="609600"/>
          </a:xfrm>
          <a:prstGeom prst="rect">
            <a:avLst/>
          </a:prstGeom>
          <a:noFill/>
        </p:spPr>
        <p:txBody>
          <a:bodyPr wrap="square" rtlCol="0" anchor="t"/>
          <a:lstStyle/>
          <a:p>
            <a:pPr marL="0" indent="0">
              <a:lnSpc>
                <a:spcPct val="115000"/>
              </a:lnSpc>
              <a:buNone/>
            </a:pPr>
            <a:r>
              <a:rPr lang="en-US" sz="2265"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rPr>
              <a:t>2. 把设备字符串从 cuda 改成 npu:0</a:t>
            </a:r>
            <a:endParaRPr lang="en-US" sz="2265"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146304"/>
          </a:xfrm>
          <a:prstGeom prst="rect">
            <a:avLst/>
          </a:prstGeom>
          <a:solidFill>
            <a:srgbClr val="E67E22"/>
          </a:solidFill>
        </p:spPr>
      </p:sp>
      <p:sp>
        <p:nvSpPr>
          <p:cNvPr id="3" name="Text 1"/>
          <p:cNvSpPr/>
          <p:nvPr/>
        </p:nvSpPr>
        <p:spPr>
          <a:xfrm>
            <a:off x="731520" y="304800"/>
            <a:ext cx="10728960" cy="853440"/>
          </a:xfrm>
          <a:prstGeom prst="rect">
            <a:avLst/>
          </a:prstGeom>
          <a:noFill/>
        </p:spPr>
        <p:txBody>
          <a:bodyPr wrap="square" rtlCol="0" anchor="ctr"/>
          <a:lstStyle/>
          <a:p>
            <a:pPr marL="0" indent="0">
              <a:buNone/>
            </a:pPr>
            <a:r>
              <a:rPr lang="en-US" sz="32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0"/>
              </a:rPr>
              <a:t>迁移核心：device 字符串</a:t>
            </a:r>
            <a:endParaRPr lang="en-US" sz="32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4" name="Shape 2"/>
          <p:cNvSpPr/>
          <p:nvPr/>
        </p:nvSpPr>
        <p:spPr>
          <a:xfrm>
            <a:off x="755904" y="1194816"/>
            <a:ext cx="2682240" cy="60960"/>
          </a:xfrm>
          <a:prstGeom prst="rect">
            <a:avLst/>
          </a:prstGeom>
          <a:solidFill>
            <a:srgbClr val="E67E22"/>
          </a:solidFill>
        </p:spPr>
      </p:sp>
      <p:sp>
        <p:nvSpPr>
          <p:cNvPr id="5" name="Text 3"/>
          <p:cNvSpPr/>
          <p:nvPr>
            <p:custDataLst>
              <p:tags r:id="rId1"/>
            </p:custDataLst>
          </p:nvPr>
        </p:nvSpPr>
        <p:spPr>
          <a:xfrm>
            <a:off x="853440" y="1584960"/>
            <a:ext cx="10485120" cy="609600"/>
          </a:xfrm>
          <a:prstGeom prst="rect">
            <a:avLst/>
          </a:prstGeom>
          <a:noFill/>
        </p:spPr>
        <p:txBody>
          <a:bodyPr wrap="square" rtlCol="0" anchor="t"/>
          <a:lstStyle/>
          <a:p>
            <a:pPr marL="0" indent="0">
              <a:lnSpc>
                <a:spcPct val="115000"/>
              </a:lnSpc>
              <a:buNone/>
            </a:pPr>
            <a:r>
              <a:rPr lang="en-US" sz="2265" b="1"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rPr>
              <a:t>GPU 写法：</a:t>
            </a:r>
            <a:endParaRPr lang="en-US" sz="2265" dirty="0"/>
          </a:p>
        </p:txBody>
      </p:sp>
      <p:sp>
        <p:nvSpPr>
          <p:cNvPr id="6" name="Text 4"/>
          <p:cNvSpPr/>
          <p:nvPr>
            <p:custDataLst>
              <p:tags r:id="rId2"/>
            </p:custDataLst>
          </p:nvPr>
        </p:nvSpPr>
        <p:spPr>
          <a:xfrm>
            <a:off x="975360" y="2316480"/>
            <a:ext cx="10485120" cy="609600"/>
          </a:xfrm>
          <a:prstGeom prst="rect">
            <a:avLst/>
          </a:prstGeom>
          <a:noFill/>
        </p:spPr>
        <p:txBody>
          <a:bodyPr wrap="square" rtlCol="0" anchor="t"/>
          <a:lstStyle/>
          <a:p>
            <a:pPr marL="0" indent="0">
              <a:lnSpc>
                <a:spcPct val="115000"/>
              </a:lnSpc>
              <a:buNone/>
            </a:pPr>
            <a:r>
              <a:rPr lang="en-US" sz="2135" dirty="0">
                <a:solidFill>
                  <a:srgbClr val="2C3E50"/>
                </a:solidFill>
                <a:latin typeface="Consolas" panose="020B0609020204030204" pitchFamily="34" charset="0"/>
                <a:ea typeface="Consolas" panose="020B0609020204030204" pitchFamily="34" charset="-122"/>
                <a:cs typeface="Consolas" panose="020B0609020204030204" pitchFamily="34" charset="-120"/>
              </a:rPr>
              <a:t>device = torch.device("cuda:0")</a:t>
            </a:r>
            <a:endParaRPr lang="en-US" sz="2135" dirty="0"/>
          </a:p>
        </p:txBody>
      </p:sp>
      <p:sp>
        <p:nvSpPr>
          <p:cNvPr id="7" name="Text 5"/>
          <p:cNvSpPr/>
          <p:nvPr>
            <p:custDataLst>
              <p:tags r:id="rId3"/>
            </p:custDataLst>
          </p:nvPr>
        </p:nvSpPr>
        <p:spPr>
          <a:xfrm>
            <a:off x="853440" y="3169920"/>
            <a:ext cx="10485120" cy="609600"/>
          </a:xfrm>
          <a:prstGeom prst="rect">
            <a:avLst/>
          </a:prstGeom>
          <a:noFill/>
        </p:spPr>
        <p:txBody>
          <a:bodyPr wrap="square" rtlCol="0" anchor="t"/>
          <a:lstStyle/>
          <a:p>
            <a:pPr marL="0" indent="0">
              <a:lnSpc>
                <a:spcPct val="115000"/>
              </a:lnSpc>
              <a:buNone/>
            </a:pPr>
            <a:r>
              <a:rPr lang="en-US" sz="2265" b="1"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rPr>
              <a:t>NPU 写法：</a:t>
            </a:r>
            <a:endParaRPr lang="en-US" sz="2265" dirty="0"/>
          </a:p>
        </p:txBody>
      </p:sp>
      <p:sp>
        <p:nvSpPr>
          <p:cNvPr id="8" name="Text 6"/>
          <p:cNvSpPr/>
          <p:nvPr>
            <p:custDataLst>
              <p:tags r:id="rId4"/>
            </p:custDataLst>
          </p:nvPr>
        </p:nvSpPr>
        <p:spPr>
          <a:xfrm>
            <a:off x="975360" y="3901440"/>
            <a:ext cx="10485120" cy="609600"/>
          </a:xfrm>
          <a:prstGeom prst="rect">
            <a:avLst/>
          </a:prstGeom>
          <a:noFill/>
        </p:spPr>
        <p:txBody>
          <a:bodyPr wrap="square" rtlCol="0" anchor="t"/>
          <a:lstStyle/>
          <a:p>
            <a:pPr marL="0" indent="0">
              <a:lnSpc>
                <a:spcPct val="115000"/>
              </a:lnSpc>
              <a:buNone/>
            </a:pPr>
            <a:r>
              <a:rPr lang="en-US" sz="2135" dirty="0">
                <a:solidFill>
                  <a:srgbClr val="2C3E50"/>
                </a:solidFill>
                <a:latin typeface="Consolas" panose="020B0609020204030204" pitchFamily="34" charset="0"/>
                <a:ea typeface="Consolas" panose="020B0609020204030204" pitchFamily="34" charset="-122"/>
                <a:cs typeface="Consolas" panose="020B0609020204030204" pitchFamily="34" charset="-120"/>
              </a:rPr>
              <a:t>import torch_npu  # 注册 NPU 后端</a:t>
            </a:r>
            <a:endParaRPr lang="en-US" sz="2135" dirty="0"/>
          </a:p>
        </p:txBody>
      </p:sp>
      <p:sp>
        <p:nvSpPr>
          <p:cNvPr id="9" name="Text 7"/>
          <p:cNvSpPr/>
          <p:nvPr/>
        </p:nvSpPr>
        <p:spPr>
          <a:xfrm>
            <a:off x="975360" y="4632960"/>
            <a:ext cx="10485120" cy="609600"/>
          </a:xfrm>
          <a:prstGeom prst="rect">
            <a:avLst/>
          </a:prstGeom>
          <a:noFill/>
        </p:spPr>
        <p:txBody>
          <a:bodyPr wrap="square" rtlCol="0" anchor="t"/>
          <a:lstStyle/>
          <a:p>
            <a:pPr marL="0" indent="0">
              <a:lnSpc>
                <a:spcPct val="115000"/>
              </a:lnSpc>
              <a:buNone/>
            </a:pPr>
            <a:r>
              <a:rPr lang="en-US" sz="2135" dirty="0">
                <a:solidFill>
                  <a:srgbClr val="2C3E50"/>
                </a:solidFill>
                <a:latin typeface="Consolas" panose="020B0609020204030204" pitchFamily="34" charset="0"/>
                <a:ea typeface="Consolas" panose="020B0609020204030204" pitchFamily="34" charset="-122"/>
                <a:cs typeface="Consolas" panose="020B0609020204030204" pitchFamily="34" charset="-120"/>
              </a:rPr>
              <a:t>device = torch.device("npu:0")</a:t>
            </a:r>
            <a:endParaRPr lang="en-US" sz="2135" dirty="0"/>
          </a:p>
        </p:txBody>
      </p:sp>
      <p:sp>
        <p:nvSpPr>
          <p:cNvPr id="10" name="Text 8"/>
          <p:cNvSpPr/>
          <p:nvPr/>
        </p:nvSpPr>
        <p:spPr>
          <a:xfrm>
            <a:off x="853440" y="5547360"/>
            <a:ext cx="10485120" cy="609600"/>
          </a:xfrm>
          <a:prstGeom prst="rect">
            <a:avLst/>
          </a:prstGeom>
          <a:noFill/>
        </p:spPr>
        <p:txBody>
          <a:bodyPr wrap="square" rtlCol="0" anchor="t"/>
          <a:lstStyle/>
          <a:p>
            <a:pPr marL="0" indent="0">
              <a:lnSpc>
                <a:spcPct val="115000"/>
              </a:lnSpc>
              <a:buNone/>
            </a:pPr>
            <a:r>
              <a:rPr lang="en-US" sz="2265"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0"/>
              </a:rPr>
              <a:t>其余 model.to(device)、images.to(device) 完全一样。</a:t>
            </a:r>
            <a:endParaRPr lang="en-US" sz="2265"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0"/>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146304"/>
          </a:xfrm>
          <a:prstGeom prst="rect">
            <a:avLst/>
          </a:prstGeom>
          <a:solidFill>
            <a:srgbClr val="E67E22"/>
          </a:solidFill>
        </p:spPr>
      </p:sp>
      <p:sp>
        <p:nvSpPr>
          <p:cNvPr id="3" name="Text 1"/>
          <p:cNvSpPr/>
          <p:nvPr/>
        </p:nvSpPr>
        <p:spPr>
          <a:xfrm>
            <a:off x="731520" y="304800"/>
            <a:ext cx="10728960" cy="853440"/>
          </a:xfrm>
          <a:prstGeom prst="rect">
            <a:avLst/>
          </a:prstGeom>
          <a:noFill/>
        </p:spPr>
        <p:txBody>
          <a:bodyPr wrap="square" rtlCol="0" anchor="ctr"/>
          <a:lstStyle/>
          <a:p>
            <a:pPr marL="0" indent="0">
              <a:buNone/>
            </a:pPr>
            <a:r>
              <a:rPr lang="en-US" sz="32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0"/>
              </a:rPr>
              <a:t>NPU vs CPU：用基准测试说话</a:t>
            </a:r>
            <a:endParaRPr lang="en-US" sz="32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4" name="Shape 2"/>
          <p:cNvSpPr/>
          <p:nvPr/>
        </p:nvSpPr>
        <p:spPr>
          <a:xfrm>
            <a:off x="755904" y="1194816"/>
            <a:ext cx="2682240" cy="60960"/>
          </a:xfrm>
          <a:prstGeom prst="rect">
            <a:avLst/>
          </a:prstGeom>
          <a:solidFill>
            <a:srgbClr val="E67E22"/>
          </a:solidFill>
        </p:spPr>
      </p:sp>
      <p:sp>
        <p:nvSpPr>
          <p:cNvPr id="5" name="Text 3"/>
          <p:cNvSpPr/>
          <p:nvPr/>
        </p:nvSpPr>
        <p:spPr>
          <a:xfrm>
            <a:off x="853440" y="1584960"/>
            <a:ext cx="10485120" cy="731520"/>
          </a:xfrm>
          <a:prstGeom prst="rect">
            <a:avLst/>
          </a:prstGeom>
          <a:noFill/>
        </p:spPr>
        <p:txBody>
          <a:bodyPr wrap="square" rtlCol="0" anchor="t"/>
          <a:lstStyle/>
          <a:p>
            <a:pPr marL="0" indent="0">
              <a:lnSpc>
                <a:spcPct val="115000"/>
              </a:lnSpc>
              <a:buNone/>
            </a:pPr>
            <a:r>
              <a:rPr lang="en-US" sz="2265"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rPr>
              <a:t>迁移完成后，用同一模型、同一输入对比耗时：</a:t>
            </a:r>
            <a:endParaRPr lang="en-US" sz="2265" dirty="0"/>
          </a:p>
        </p:txBody>
      </p:sp>
      <p:sp>
        <p:nvSpPr>
          <p:cNvPr id="6" name="Text 4"/>
          <p:cNvSpPr/>
          <p:nvPr/>
        </p:nvSpPr>
        <p:spPr>
          <a:xfrm>
            <a:off x="853440" y="2438400"/>
            <a:ext cx="10485120" cy="609600"/>
          </a:xfrm>
          <a:prstGeom prst="rect">
            <a:avLst/>
          </a:prstGeom>
          <a:noFill/>
        </p:spPr>
        <p:txBody>
          <a:bodyPr wrap="square" rtlCol="0" anchor="t"/>
          <a:lstStyle/>
          <a:p>
            <a:pPr marL="0" indent="0">
              <a:lnSpc>
                <a:spcPct val="115000"/>
              </a:lnSpc>
              <a:buNone/>
            </a:pPr>
            <a:r>
              <a:rPr lang="en-US" sz="2135"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rPr>
              <a:t>1. 先 warmup 几次，跳过初始化和编译开销</a:t>
            </a:r>
            <a:endParaRPr lang="en-US" sz="2135" dirty="0"/>
          </a:p>
        </p:txBody>
      </p:sp>
      <p:sp>
        <p:nvSpPr>
          <p:cNvPr id="7" name="Text 5"/>
          <p:cNvSpPr/>
          <p:nvPr/>
        </p:nvSpPr>
        <p:spPr>
          <a:xfrm>
            <a:off x="853440" y="3230880"/>
            <a:ext cx="10485120" cy="609600"/>
          </a:xfrm>
          <a:prstGeom prst="rect">
            <a:avLst/>
          </a:prstGeom>
          <a:noFill/>
        </p:spPr>
        <p:txBody>
          <a:bodyPr wrap="square" rtlCol="0" anchor="t"/>
          <a:lstStyle/>
          <a:p>
            <a:pPr marL="0" indent="0">
              <a:lnSpc>
                <a:spcPct val="115000"/>
              </a:lnSpc>
              <a:buNone/>
            </a:pPr>
            <a:r>
              <a:rPr lang="en-US" sz="2135"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rPr>
              <a:t>2. 正式测量多次取平均，统计 ms/step 和 images/s</a:t>
            </a:r>
            <a:endParaRPr lang="en-US" sz="2135" dirty="0"/>
          </a:p>
        </p:txBody>
      </p:sp>
      <p:sp>
        <p:nvSpPr>
          <p:cNvPr id="8" name="Text 6"/>
          <p:cNvSpPr/>
          <p:nvPr/>
        </p:nvSpPr>
        <p:spPr>
          <a:xfrm>
            <a:off x="853440" y="4023360"/>
            <a:ext cx="10485120" cy="609600"/>
          </a:xfrm>
          <a:prstGeom prst="rect">
            <a:avLst/>
          </a:prstGeom>
          <a:noFill/>
        </p:spPr>
        <p:txBody>
          <a:bodyPr wrap="square" rtlCol="0" anchor="t"/>
          <a:lstStyle/>
          <a:p>
            <a:pPr marL="0" indent="0">
              <a:lnSpc>
                <a:spcPct val="115000"/>
              </a:lnSpc>
              <a:buNone/>
            </a:pPr>
            <a:r>
              <a:rPr lang="en-US" sz="2135"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rPr>
              <a:t>3. NPU 上计时前后调用 torch.npu.synchronize()</a:t>
            </a:r>
            <a:endParaRPr lang="en-US" sz="2135" dirty="0"/>
          </a:p>
        </p:txBody>
      </p:sp>
      <p:sp>
        <p:nvSpPr>
          <p:cNvPr id="9" name="Shape 7"/>
          <p:cNvSpPr/>
          <p:nvPr/>
        </p:nvSpPr>
        <p:spPr>
          <a:xfrm>
            <a:off x="1463040" y="4998720"/>
            <a:ext cx="4145280" cy="1097280"/>
          </a:xfrm>
          <a:prstGeom prst="roundRect">
            <a:avLst>
              <a:gd name="adj" fmla="val 8889"/>
            </a:avLst>
          </a:prstGeom>
          <a:solidFill>
            <a:srgbClr val="7F8C8D"/>
          </a:solidFill>
          <a:ln w="12700">
            <a:solidFill>
              <a:srgbClr val="FFFFFF"/>
            </a:solidFill>
            <a:prstDash val="solid"/>
          </a:ln>
        </p:spPr>
      </p:sp>
      <p:sp>
        <p:nvSpPr>
          <p:cNvPr id="10" name="Text 8"/>
          <p:cNvSpPr/>
          <p:nvPr/>
        </p:nvSpPr>
        <p:spPr>
          <a:xfrm>
            <a:off x="1524000" y="4998720"/>
            <a:ext cx="4023360" cy="1097280"/>
          </a:xfrm>
          <a:prstGeom prst="rect">
            <a:avLst/>
          </a:prstGeom>
          <a:noFill/>
        </p:spPr>
        <p:txBody>
          <a:bodyPr wrap="square" rtlCol="0" anchor="ctr"/>
          <a:lstStyle/>
          <a:p>
            <a:pPr marL="0" indent="0" algn="ctr">
              <a:buNone/>
            </a:pPr>
            <a:r>
              <a:rPr lang="en-US" sz="2135"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CPU 基线</a:t>
            </a:r>
            <a:endParaRPr lang="en-US" sz="2135" dirty="0"/>
          </a:p>
          <a:p>
            <a:pPr marL="0" indent="0" algn="ctr">
              <a:buNone/>
            </a:pPr>
            <a:r>
              <a:rPr lang="en-US" sz="2135"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较慢</a:t>
            </a:r>
            <a:endParaRPr lang="en-US" sz="2135" dirty="0"/>
          </a:p>
        </p:txBody>
      </p:sp>
      <p:sp>
        <p:nvSpPr>
          <p:cNvPr id="11" name="Shape 9"/>
          <p:cNvSpPr/>
          <p:nvPr/>
        </p:nvSpPr>
        <p:spPr>
          <a:xfrm>
            <a:off x="6583680" y="4998720"/>
            <a:ext cx="4145280" cy="1097280"/>
          </a:xfrm>
          <a:prstGeom prst="roundRect">
            <a:avLst>
              <a:gd name="adj" fmla="val 8889"/>
            </a:avLst>
          </a:prstGeom>
          <a:solidFill>
            <a:srgbClr val="27AE60"/>
          </a:solidFill>
          <a:ln w="12700">
            <a:solidFill>
              <a:srgbClr val="FFFFFF"/>
            </a:solidFill>
            <a:prstDash val="solid"/>
          </a:ln>
        </p:spPr>
      </p:sp>
      <p:sp>
        <p:nvSpPr>
          <p:cNvPr id="12" name="Text 10"/>
          <p:cNvSpPr/>
          <p:nvPr/>
        </p:nvSpPr>
        <p:spPr>
          <a:xfrm>
            <a:off x="6644640" y="4998720"/>
            <a:ext cx="4023360" cy="1097280"/>
          </a:xfrm>
          <a:prstGeom prst="rect">
            <a:avLst/>
          </a:prstGeom>
          <a:noFill/>
        </p:spPr>
        <p:txBody>
          <a:bodyPr wrap="square" rtlCol="0" anchor="ctr"/>
          <a:lstStyle/>
          <a:p>
            <a:pPr marL="0" indent="0" algn="ctr">
              <a:buNone/>
            </a:pPr>
            <a:r>
              <a:rPr lang="en-US" sz="2135"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NPU</a:t>
            </a:r>
            <a:endParaRPr lang="en-US" sz="2135" dirty="0"/>
          </a:p>
          <a:p>
            <a:pPr marL="0" indent="0" algn="ctr">
              <a:buNone/>
            </a:pPr>
            <a:r>
              <a:rPr lang="en-US" sz="2135"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大幅加速</a:t>
            </a:r>
            <a:endParaRPr lang="en-US" sz="2135"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146304"/>
          </a:xfrm>
          <a:prstGeom prst="rect">
            <a:avLst/>
          </a:prstGeom>
          <a:solidFill>
            <a:srgbClr val="E67E22"/>
          </a:solidFill>
        </p:spPr>
      </p:sp>
      <p:sp>
        <p:nvSpPr>
          <p:cNvPr id="3" name="Text 1"/>
          <p:cNvSpPr/>
          <p:nvPr/>
        </p:nvSpPr>
        <p:spPr>
          <a:xfrm>
            <a:off x="731520" y="304800"/>
            <a:ext cx="10728960" cy="853440"/>
          </a:xfrm>
          <a:prstGeom prst="rect">
            <a:avLst/>
          </a:prstGeom>
          <a:noFill/>
        </p:spPr>
        <p:txBody>
          <a:bodyPr wrap="square" rtlCol="0" anchor="ctr"/>
          <a:lstStyle/>
          <a:p>
            <a:pPr marL="0" indent="0">
              <a:buNone/>
            </a:pPr>
            <a:r>
              <a:rPr lang="en-US" sz="32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0"/>
              </a:rPr>
              <a:t>常见迁移问题与排查</a:t>
            </a:r>
            <a:endParaRPr lang="en-US" sz="32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4" name="Shape 2"/>
          <p:cNvSpPr/>
          <p:nvPr/>
        </p:nvSpPr>
        <p:spPr>
          <a:xfrm>
            <a:off x="755904" y="1194816"/>
            <a:ext cx="2682240" cy="60960"/>
          </a:xfrm>
          <a:prstGeom prst="rect">
            <a:avLst/>
          </a:prstGeom>
          <a:solidFill>
            <a:srgbClr val="E67E22"/>
          </a:solidFill>
        </p:spPr>
      </p:sp>
      <p:sp>
        <p:nvSpPr>
          <p:cNvPr id="5" name="Text 3"/>
          <p:cNvSpPr/>
          <p:nvPr/>
        </p:nvSpPr>
        <p:spPr>
          <a:xfrm>
            <a:off x="853440" y="1584960"/>
            <a:ext cx="10485120" cy="609600"/>
          </a:xfrm>
          <a:prstGeom prst="rect">
            <a:avLst/>
          </a:prstGeom>
          <a:noFill/>
        </p:spPr>
        <p:txBody>
          <a:bodyPr wrap="square" rtlCol="0" anchor="t"/>
          <a:lstStyle/>
          <a:p>
            <a:pPr marL="0" indent="0">
              <a:lnSpc>
                <a:spcPct val="115000"/>
              </a:lnSpc>
              <a:buNone/>
            </a:pPr>
            <a:r>
              <a:rPr lang="en-US" sz="2265" b="1"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rPr>
              <a:t>Q1：torch.npu.is_available() 返回 False</a:t>
            </a:r>
            <a:endParaRPr lang="en-US" sz="2265" dirty="0"/>
          </a:p>
        </p:txBody>
      </p:sp>
      <p:sp>
        <p:nvSpPr>
          <p:cNvPr id="6" name="Text 4"/>
          <p:cNvSpPr/>
          <p:nvPr/>
        </p:nvSpPr>
        <p:spPr>
          <a:xfrm>
            <a:off x="853440" y="2255520"/>
            <a:ext cx="10485120" cy="609600"/>
          </a:xfrm>
          <a:prstGeom prst="rect">
            <a:avLst/>
          </a:prstGeom>
          <a:noFill/>
        </p:spPr>
        <p:txBody>
          <a:bodyPr wrap="square" rtlCol="0" anchor="t"/>
          <a:lstStyle/>
          <a:p>
            <a:pPr marL="0" indent="0">
              <a:lnSpc>
                <a:spcPct val="115000"/>
              </a:lnSpc>
              <a:buNone/>
            </a:pPr>
            <a:r>
              <a:rPr lang="en-US" sz="2000"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rPr>
              <a:t>→ 检查 torch_npu 安装和 npu-smi 设备状态</a:t>
            </a:r>
            <a:endParaRPr lang="en-US" sz="2000" dirty="0"/>
          </a:p>
        </p:txBody>
      </p:sp>
      <p:sp>
        <p:nvSpPr>
          <p:cNvPr id="7" name="Text 5"/>
          <p:cNvSpPr/>
          <p:nvPr/>
        </p:nvSpPr>
        <p:spPr>
          <a:xfrm>
            <a:off x="853440" y="3048000"/>
            <a:ext cx="10485120" cy="609600"/>
          </a:xfrm>
          <a:prstGeom prst="rect">
            <a:avLst/>
          </a:prstGeom>
          <a:noFill/>
        </p:spPr>
        <p:txBody>
          <a:bodyPr wrap="square" rtlCol="0" anchor="t"/>
          <a:lstStyle/>
          <a:p>
            <a:pPr marL="0" indent="0">
              <a:lnSpc>
                <a:spcPct val="115000"/>
              </a:lnSpc>
              <a:buNone/>
            </a:pPr>
            <a:r>
              <a:rPr lang="en-US" sz="2265" b="1"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rPr>
              <a:t>Q2：设备不匹配报错</a:t>
            </a:r>
            <a:endParaRPr lang="en-US" sz="2265" dirty="0"/>
          </a:p>
        </p:txBody>
      </p:sp>
      <p:sp>
        <p:nvSpPr>
          <p:cNvPr id="8" name="Text 6"/>
          <p:cNvSpPr/>
          <p:nvPr/>
        </p:nvSpPr>
        <p:spPr>
          <a:xfrm>
            <a:off x="853440" y="3718560"/>
            <a:ext cx="10485120" cy="609600"/>
          </a:xfrm>
          <a:prstGeom prst="rect">
            <a:avLst/>
          </a:prstGeom>
          <a:noFill/>
        </p:spPr>
        <p:txBody>
          <a:bodyPr wrap="square" rtlCol="0" anchor="t"/>
          <a:lstStyle/>
          <a:p>
            <a:pPr marL="0" indent="0">
              <a:lnSpc>
                <a:spcPct val="115000"/>
              </a:lnSpc>
              <a:buNone/>
            </a:pPr>
            <a:r>
              <a:rPr lang="en-US" sz="2000"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rPr>
              <a:t>→ 确认模型和输入都在同一个 device</a:t>
            </a:r>
            <a:endParaRPr lang="en-US" sz="2000" dirty="0"/>
          </a:p>
        </p:txBody>
      </p:sp>
      <p:sp>
        <p:nvSpPr>
          <p:cNvPr id="9" name="Text 7"/>
          <p:cNvSpPr/>
          <p:nvPr/>
        </p:nvSpPr>
        <p:spPr>
          <a:xfrm>
            <a:off x="853440" y="4511040"/>
            <a:ext cx="10485120" cy="609600"/>
          </a:xfrm>
          <a:prstGeom prst="rect">
            <a:avLst/>
          </a:prstGeom>
          <a:noFill/>
        </p:spPr>
        <p:txBody>
          <a:bodyPr wrap="square" rtlCol="0" anchor="t"/>
          <a:lstStyle/>
          <a:p>
            <a:pPr marL="0" indent="0">
              <a:lnSpc>
                <a:spcPct val="115000"/>
              </a:lnSpc>
              <a:buNone/>
            </a:pPr>
            <a:r>
              <a:rPr lang="en-US" sz="2265" b="1"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rPr>
              <a:t>Q3：显存不足 OOM</a:t>
            </a:r>
            <a:endParaRPr lang="en-US" sz="2265" dirty="0"/>
          </a:p>
        </p:txBody>
      </p:sp>
      <p:sp>
        <p:nvSpPr>
          <p:cNvPr id="10" name="Text 8"/>
          <p:cNvSpPr/>
          <p:nvPr/>
        </p:nvSpPr>
        <p:spPr>
          <a:xfrm>
            <a:off x="853440" y="5181600"/>
            <a:ext cx="10485120" cy="609600"/>
          </a:xfrm>
          <a:prstGeom prst="rect">
            <a:avLst/>
          </a:prstGeom>
          <a:noFill/>
        </p:spPr>
        <p:txBody>
          <a:bodyPr wrap="square" rtlCol="0" anchor="t"/>
          <a:lstStyle/>
          <a:p>
            <a:pPr marL="0" indent="0">
              <a:lnSpc>
                <a:spcPct val="115000"/>
              </a:lnSpc>
              <a:buNone/>
            </a:pPr>
            <a:r>
              <a:rPr lang="en-US" sz="2000"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rPr>
              <a:t>→ 减小 batch_size，关闭多余中间变量，可开混合精度</a:t>
            </a:r>
            <a:endParaRPr lang="en-US" sz="20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146304"/>
          </a:xfrm>
          <a:prstGeom prst="rect">
            <a:avLst/>
          </a:prstGeom>
          <a:solidFill>
            <a:srgbClr val="27AE60"/>
          </a:solidFill>
        </p:spPr>
      </p:sp>
      <p:sp>
        <p:nvSpPr>
          <p:cNvPr id="3" name="Text 1"/>
          <p:cNvSpPr/>
          <p:nvPr/>
        </p:nvSpPr>
        <p:spPr>
          <a:xfrm>
            <a:off x="731520" y="304800"/>
            <a:ext cx="10728960" cy="853440"/>
          </a:xfrm>
          <a:prstGeom prst="rect">
            <a:avLst/>
          </a:prstGeom>
          <a:noFill/>
        </p:spPr>
        <p:txBody>
          <a:bodyPr wrap="square" rtlCol="0" anchor="ctr"/>
          <a:lstStyle/>
          <a:p>
            <a:pPr marL="0" indent="0">
              <a:buNone/>
            </a:pPr>
            <a:r>
              <a:rPr lang="en-US" sz="32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0"/>
              </a:rPr>
              <a:t>实验总结：我们完成了什么</a:t>
            </a:r>
            <a:endParaRPr lang="en-US" sz="32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4" name="Shape 2"/>
          <p:cNvSpPr/>
          <p:nvPr/>
        </p:nvSpPr>
        <p:spPr>
          <a:xfrm>
            <a:off x="755904" y="1194816"/>
            <a:ext cx="2682240" cy="60960"/>
          </a:xfrm>
          <a:prstGeom prst="rect">
            <a:avLst/>
          </a:prstGeom>
          <a:solidFill>
            <a:srgbClr val="E67E22"/>
          </a:solidFill>
        </p:spPr>
      </p:sp>
      <p:sp>
        <p:nvSpPr>
          <p:cNvPr id="5" name="Text 3"/>
          <p:cNvSpPr/>
          <p:nvPr/>
        </p:nvSpPr>
        <p:spPr>
          <a:xfrm>
            <a:off x="853440" y="1584960"/>
            <a:ext cx="10485120" cy="670560"/>
          </a:xfrm>
          <a:prstGeom prst="rect">
            <a:avLst/>
          </a:prstGeom>
          <a:noFill/>
        </p:spPr>
        <p:txBody>
          <a:bodyPr wrap="square" rtlCol="0" anchor="t"/>
          <a:lstStyle/>
          <a:p>
            <a:pPr marL="0" indent="0">
              <a:lnSpc>
                <a:spcPct val="115000"/>
              </a:lnSpc>
              <a:buNone/>
            </a:pPr>
            <a:r>
              <a:rPr lang="en-US" sz="2265"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rPr>
              <a:t>✔ 从零搭建 MobileNetV3：深度可分离卷积 + SE + h-swish</a:t>
            </a:r>
            <a:endParaRPr lang="en-US" sz="2265" dirty="0"/>
          </a:p>
        </p:txBody>
      </p:sp>
      <p:sp>
        <p:nvSpPr>
          <p:cNvPr id="6" name="Text 4"/>
          <p:cNvSpPr/>
          <p:nvPr/>
        </p:nvSpPr>
        <p:spPr>
          <a:xfrm>
            <a:off x="853440" y="2438400"/>
            <a:ext cx="10485120" cy="670560"/>
          </a:xfrm>
          <a:prstGeom prst="rect">
            <a:avLst/>
          </a:prstGeom>
          <a:noFill/>
        </p:spPr>
        <p:txBody>
          <a:bodyPr wrap="square" rtlCol="0" anchor="t"/>
          <a:lstStyle/>
          <a:p>
            <a:pPr marL="0" indent="0">
              <a:lnSpc>
                <a:spcPct val="115000"/>
              </a:lnSpc>
              <a:buNone/>
            </a:pPr>
            <a:r>
              <a:rPr lang="en-US" sz="2265"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rPr>
              <a:t>✔ 完整训练流程：数据增强、余弦退火、标签平滑、EMA</a:t>
            </a:r>
            <a:endParaRPr lang="en-US" sz="2265" dirty="0"/>
          </a:p>
        </p:txBody>
      </p:sp>
      <p:sp>
        <p:nvSpPr>
          <p:cNvPr id="7" name="Text 5"/>
          <p:cNvSpPr/>
          <p:nvPr/>
        </p:nvSpPr>
        <p:spPr>
          <a:xfrm>
            <a:off x="853440" y="3291840"/>
            <a:ext cx="10485120" cy="670560"/>
          </a:xfrm>
          <a:prstGeom prst="rect">
            <a:avLst/>
          </a:prstGeom>
          <a:noFill/>
        </p:spPr>
        <p:txBody>
          <a:bodyPr wrap="square" rtlCol="0" anchor="t"/>
          <a:lstStyle/>
          <a:p>
            <a:pPr marL="0" indent="0">
              <a:lnSpc>
                <a:spcPct val="115000"/>
              </a:lnSpc>
              <a:buNone/>
            </a:pPr>
            <a:r>
              <a:rPr lang="en-US" sz="2265"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rPr>
              <a:t>✔ 评估体系：Top-1 / Top-5 / 单图推理</a:t>
            </a:r>
            <a:endParaRPr lang="en-US" sz="2265" dirty="0"/>
          </a:p>
        </p:txBody>
      </p:sp>
      <p:sp>
        <p:nvSpPr>
          <p:cNvPr id="8" name="Text 6"/>
          <p:cNvSpPr/>
          <p:nvPr/>
        </p:nvSpPr>
        <p:spPr>
          <a:xfrm>
            <a:off x="853440" y="4145280"/>
            <a:ext cx="10485120" cy="670560"/>
          </a:xfrm>
          <a:prstGeom prst="rect">
            <a:avLst/>
          </a:prstGeom>
          <a:noFill/>
        </p:spPr>
        <p:txBody>
          <a:bodyPr wrap="square" rtlCol="0" anchor="t"/>
          <a:lstStyle/>
          <a:p>
            <a:pPr marL="0" indent="0">
              <a:lnSpc>
                <a:spcPct val="115000"/>
              </a:lnSpc>
              <a:buNone/>
            </a:pPr>
            <a:r>
              <a:rPr lang="en-US" sz="2265"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rPr>
              <a:t>✔ NPU 迁移：torch_npu + npu:0 + get_device()</a:t>
            </a:r>
            <a:endParaRPr lang="en-US" sz="2265" dirty="0"/>
          </a:p>
        </p:txBody>
      </p:sp>
      <p:sp>
        <p:nvSpPr>
          <p:cNvPr id="9" name="Text 7"/>
          <p:cNvSpPr/>
          <p:nvPr/>
        </p:nvSpPr>
        <p:spPr>
          <a:xfrm>
            <a:off x="853440" y="4998720"/>
            <a:ext cx="10485120" cy="670560"/>
          </a:xfrm>
          <a:prstGeom prst="rect">
            <a:avLst/>
          </a:prstGeom>
          <a:noFill/>
        </p:spPr>
        <p:txBody>
          <a:bodyPr wrap="square" rtlCol="0" anchor="t"/>
          <a:lstStyle/>
          <a:p>
            <a:pPr marL="0" indent="0">
              <a:lnSpc>
                <a:spcPct val="115000"/>
              </a:lnSpc>
              <a:buNone/>
            </a:pPr>
            <a:r>
              <a:rPr lang="en-US" sz="2265"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rPr>
              <a:t>✔ 性能对比：量化 NPU 加速收益</a:t>
            </a:r>
            <a:endParaRPr lang="en-US" sz="2265" dirty="0"/>
          </a:p>
        </p:txBody>
      </p:sp>
      <p:sp>
        <p:nvSpPr>
          <p:cNvPr id="10" name="Text 8"/>
          <p:cNvSpPr/>
          <p:nvPr/>
        </p:nvSpPr>
        <p:spPr>
          <a:xfrm>
            <a:off x="853440" y="5913120"/>
            <a:ext cx="10485120" cy="609600"/>
          </a:xfrm>
          <a:prstGeom prst="rect">
            <a:avLst/>
          </a:prstGeom>
          <a:noFill/>
        </p:spPr>
        <p:txBody>
          <a:bodyPr wrap="square" rtlCol="0" anchor="t"/>
          <a:lstStyle/>
          <a:p>
            <a:pPr marL="0" indent="0">
              <a:lnSpc>
                <a:spcPct val="115000"/>
              </a:lnSpc>
              <a:buNone/>
            </a:pPr>
            <a:r>
              <a:rPr lang="en-US" sz="2135" dirty="0">
                <a:solidFill>
                  <a:srgbClr val="7F8C8D"/>
                </a:solidFill>
                <a:latin typeface="微软雅黑" panose="020B0503020204020204" pitchFamily="34" charset="-122"/>
                <a:ea typeface="微软雅黑" panose="020B0503020204020204" pitchFamily="34" charset="-122"/>
                <a:cs typeface="微软雅黑" panose="020B0503020204020204" pitchFamily="34" charset="-120"/>
              </a:rPr>
              <a:t>把「数据 → 模型 → 训练 → 评估 → 部署」整条链路走通。</a:t>
            </a:r>
            <a:endParaRPr lang="en-US" sz="2135"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en-US" dirty="0">
                <a:solidFill>
                  <a:schemeClr val="bg1">
                    <a:lumMod val="75000"/>
                  </a:schemeClr>
                </a:solidFill>
                <a:latin typeface="微软雅黑" panose="020B0503020204020204" pitchFamily="34" charset="-122"/>
                <a:ea typeface="微软雅黑" panose="020B0503020204020204" pitchFamily="34" charset="-122"/>
                <a:cs typeface="微软雅黑" panose="020B0503020204020204" pitchFamily="34" charset="-120"/>
                <a:sym typeface="+mn-ea"/>
              </a:rPr>
              <a:t>实验概述与学习目标</a:t>
            </a:r>
            <a:endParaRPr lang="en-US" dirty="0">
              <a:solidFill>
                <a:schemeClr val="bg1">
                  <a:lumMod val="75000"/>
                </a:schemeClr>
              </a:solidFill>
            </a:endParaRPr>
          </a:p>
          <a:p>
            <a:r>
              <a:rPr lang="zh-CN" altLang="en-US" b="1" dirty="0">
                <a:solidFill>
                  <a:schemeClr val="bg1">
                    <a:lumMod val="75000"/>
                  </a:schemeClr>
                </a:solidFill>
                <a:sym typeface="+mn-ea"/>
              </a:rPr>
              <a:t>实验环境配置</a:t>
            </a:r>
            <a:endParaRPr lang="zh-CN" altLang="en-US" b="1" dirty="0">
              <a:solidFill>
                <a:schemeClr val="bg1">
                  <a:lumMod val="75000"/>
                </a:schemeClr>
              </a:solidFill>
            </a:endParaRPr>
          </a:p>
          <a:p>
            <a:r>
              <a:rPr lang="zh-CN" altLang="en-US" b="1" dirty="0">
                <a:solidFill>
                  <a:schemeClr val="bg1">
                    <a:lumMod val="75000"/>
                  </a:schemeClr>
                </a:solidFill>
              </a:rPr>
              <a:t>数据集介绍以及数据处理</a:t>
            </a:r>
            <a:endParaRPr lang="zh-CN" altLang="en-US" b="1" dirty="0">
              <a:solidFill>
                <a:schemeClr val="bg1">
                  <a:lumMod val="75000"/>
                </a:schemeClr>
              </a:solidFill>
            </a:endParaRPr>
          </a:p>
          <a:p>
            <a:r>
              <a:rPr lang="en-US" altLang="zh-CN" b="1" dirty="0">
                <a:solidFill>
                  <a:schemeClr val="bg1">
                    <a:lumMod val="75000"/>
                  </a:schemeClr>
                </a:solidFill>
              </a:rPr>
              <a:t>MobileNetV3</a:t>
            </a:r>
            <a:r>
              <a:rPr lang="zh-CN" altLang="en-US" b="1" dirty="0">
                <a:solidFill>
                  <a:schemeClr val="bg1">
                    <a:lumMod val="75000"/>
                  </a:schemeClr>
                </a:solidFill>
              </a:rPr>
              <a:t>网络介绍</a:t>
            </a:r>
            <a:endParaRPr lang="zh-CN" altLang="en-US" dirty="0">
              <a:solidFill>
                <a:schemeClr val="bg1">
                  <a:lumMod val="75000"/>
                </a:schemeClr>
              </a:solidFill>
            </a:endParaRPr>
          </a:p>
          <a:p>
            <a:r>
              <a:rPr lang="zh-CN" altLang="en-US" b="1" dirty="0">
                <a:solidFill>
                  <a:schemeClr val="bg1">
                    <a:lumMod val="75000"/>
                  </a:schemeClr>
                </a:solidFill>
              </a:rPr>
              <a:t>实验总结</a:t>
            </a:r>
            <a:endParaRPr lang="zh-CN" altLang="en-US" dirty="0">
              <a:solidFill>
                <a:schemeClr val="bg1">
                  <a:lumMod val="75000"/>
                </a:schemeClr>
              </a:solidFill>
            </a:endParaRPr>
          </a:p>
          <a:p>
            <a:r>
              <a:rPr lang="zh-CN" altLang="en-US" b="1" dirty="0">
                <a:solidFill>
                  <a:schemeClr val="tx1"/>
                </a:solidFill>
              </a:rPr>
              <a:t>课后习题</a:t>
            </a:r>
            <a:endParaRPr lang="zh-CN" altLang="en-US" b="1" dirty="0">
              <a:solidFill>
                <a:schemeClr val="tx1"/>
              </a:solidFill>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146304"/>
          </a:xfrm>
          <a:prstGeom prst="rect">
            <a:avLst/>
          </a:prstGeom>
          <a:solidFill>
            <a:srgbClr val="27AE60"/>
          </a:solidFill>
        </p:spPr>
      </p:sp>
      <p:sp>
        <p:nvSpPr>
          <p:cNvPr id="3" name="Text 1"/>
          <p:cNvSpPr/>
          <p:nvPr/>
        </p:nvSpPr>
        <p:spPr>
          <a:xfrm>
            <a:off x="731520" y="304800"/>
            <a:ext cx="10728960" cy="853440"/>
          </a:xfrm>
          <a:prstGeom prst="rect">
            <a:avLst/>
          </a:prstGeom>
          <a:noFill/>
        </p:spPr>
        <p:txBody>
          <a:bodyPr wrap="square" rtlCol="0" anchor="ctr"/>
          <a:lstStyle/>
          <a:p>
            <a:pPr marL="0" indent="0">
              <a:buNone/>
            </a:pPr>
            <a:r>
              <a:rPr lang="en-US" sz="32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0"/>
              </a:rPr>
              <a:t>课后习题</a:t>
            </a:r>
            <a:endParaRPr lang="en-US" sz="32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4" name="Shape 2"/>
          <p:cNvSpPr/>
          <p:nvPr/>
        </p:nvSpPr>
        <p:spPr>
          <a:xfrm>
            <a:off x="755904" y="1194816"/>
            <a:ext cx="2682240" cy="60960"/>
          </a:xfrm>
          <a:prstGeom prst="rect">
            <a:avLst/>
          </a:prstGeom>
          <a:solidFill>
            <a:srgbClr val="E67E22"/>
          </a:solidFill>
        </p:spPr>
      </p:sp>
      <p:sp>
        <p:nvSpPr>
          <p:cNvPr id="5" name="Text 3"/>
          <p:cNvSpPr/>
          <p:nvPr/>
        </p:nvSpPr>
        <p:spPr>
          <a:xfrm>
            <a:off x="853440" y="1584960"/>
            <a:ext cx="10485120" cy="2330450"/>
          </a:xfrm>
          <a:prstGeom prst="rect">
            <a:avLst/>
          </a:prstGeom>
          <a:noFill/>
        </p:spPr>
        <p:txBody>
          <a:bodyPr wrap="square" rtlCol="0" anchor="t"/>
          <a:lstStyle/>
          <a:p>
            <a:pPr marL="0" indent="0">
              <a:lnSpc>
                <a:spcPct val="115000"/>
              </a:lnSpc>
              <a:buNone/>
            </a:pPr>
            <a:r>
              <a:rPr lang="en-US" sz="2135" b="1"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rPr>
              <a:t>Q1：Top-1 和 Top-5 分别统计什么？为什么 Top-5 通常更高？</a:t>
            </a:r>
            <a:endParaRPr lang="en-US" sz="2135" b="1"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endParaRPr>
          </a:p>
          <a:p>
            <a:pPr marL="0" indent="0">
              <a:lnSpc>
                <a:spcPct val="115000"/>
              </a:lnSpc>
              <a:buNone/>
            </a:pPr>
            <a:r>
              <a:rPr lang="en-US" altLang="zh-CN" sz="2135"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rPr>
              <a:t>Top-1</a:t>
            </a:r>
            <a:r>
              <a:rPr lang="zh-CN" altLang="en-US" sz="2135"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rPr>
              <a:t>统计预测置信度最高的单一类别是否命中真实标签，反映模型的精确判别能力；</a:t>
            </a:r>
            <a:r>
              <a:rPr lang="en-US" altLang="zh-CN" sz="2135"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rPr>
              <a:t>Top-5</a:t>
            </a:r>
            <a:r>
              <a:rPr lang="zh-CN" altLang="en-US" sz="2135"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rPr>
              <a:t>统计真实标签是否落在预测概率前五的候选集中，衡量模型的召回覆盖能力。</a:t>
            </a:r>
            <a:r>
              <a:rPr lang="en-US" altLang="zh-CN" sz="2135"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rPr>
              <a:t>Top-5</a:t>
            </a:r>
            <a:r>
              <a:rPr lang="zh-CN" altLang="en-US" sz="2135"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rPr>
              <a:t>更高是因为其评估标准更宽松，允许模型在不确定时保留多个候选，从而将更多</a:t>
            </a:r>
            <a:r>
              <a:rPr lang="en-US" altLang="zh-CN" sz="2135"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rPr>
              <a:t>“</a:t>
            </a:r>
            <a:r>
              <a:rPr lang="zh-CN" altLang="en-US" sz="2135"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rPr>
              <a:t>未完全跑偏</a:t>
            </a:r>
            <a:r>
              <a:rPr lang="en-US" altLang="zh-CN" sz="2135"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rPr>
              <a:t>”</a:t>
            </a:r>
            <a:r>
              <a:rPr lang="zh-CN" altLang="en-US" sz="2135"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rPr>
              <a:t>的模糊样本计入正确，故准确率显著高于</a:t>
            </a:r>
            <a:r>
              <a:rPr lang="en-US" altLang="zh-CN" sz="2135"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rPr>
              <a:t>Top-1</a:t>
            </a:r>
            <a:r>
              <a:rPr lang="zh-CN" altLang="en-US" sz="2135"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rPr>
              <a:t>。</a:t>
            </a:r>
            <a:endParaRPr lang="zh-CN" altLang="en-US" sz="2135"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endParaRPr>
          </a:p>
          <a:p>
            <a:pPr marL="0" indent="0">
              <a:lnSpc>
                <a:spcPct val="115000"/>
              </a:lnSpc>
              <a:buNone/>
            </a:pPr>
            <a:endParaRPr lang="en-US" sz="2135" b="1"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endParaRPr>
          </a:p>
          <a:p>
            <a:pPr marL="0" indent="0">
              <a:lnSpc>
                <a:spcPct val="115000"/>
              </a:lnSpc>
              <a:buNone/>
            </a:pPr>
            <a:endParaRPr lang="en-US" sz="2135" dirty="0"/>
          </a:p>
        </p:txBody>
      </p:sp>
      <p:sp>
        <p:nvSpPr>
          <p:cNvPr id="6" name="Text 4"/>
          <p:cNvSpPr/>
          <p:nvPr/>
        </p:nvSpPr>
        <p:spPr>
          <a:xfrm>
            <a:off x="853440" y="3845560"/>
            <a:ext cx="10485120" cy="731520"/>
          </a:xfrm>
          <a:prstGeom prst="rect">
            <a:avLst/>
          </a:prstGeom>
          <a:noFill/>
        </p:spPr>
        <p:txBody>
          <a:bodyPr wrap="square" rtlCol="0" anchor="t"/>
          <a:lstStyle/>
          <a:p>
            <a:pPr marL="0" indent="0">
              <a:lnSpc>
                <a:spcPct val="115000"/>
              </a:lnSpc>
              <a:buNone/>
            </a:pPr>
            <a:r>
              <a:rPr lang="en-US" sz="2135" b="1"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rPr>
              <a:t>Q2：评估时为什么必须 model.eval() 并用 torch.no_grad()？</a:t>
            </a:r>
            <a:endParaRPr lang="en-US" sz="2135" b="1"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endParaRPr>
          </a:p>
          <a:p>
            <a:pPr marL="0" indent="0">
              <a:lnSpc>
                <a:spcPct val="115000"/>
              </a:lnSpc>
              <a:buNone/>
            </a:pPr>
            <a:r>
              <a:rPr lang="zh-CN" altLang="en-US" sz="2135"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rPr>
              <a:t>评估时必须同时使用 model.eval() 和 torch.no_grad()，二者分工明确且缺一不可：model.eval() 用于切换网络中的 Dropout 和 BatchNorm 层到推理状态，消除训练时的随机性并固定统计量，保证输出确定性；torch.no_grad() 则从计算图层面禁用梯度追踪，避免存储中间激活值，从而大幅降低显存占用并加速前向传播。前者确保逻辑正确，后者保证高效运行，共同构成标准评估流程。</a:t>
            </a:r>
            <a:endParaRPr lang="zh-CN" altLang="en-US" sz="2135"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10" name="Text 8"/>
          <p:cNvSpPr/>
          <p:nvPr/>
        </p:nvSpPr>
        <p:spPr>
          <a:xfrm>
            <a:off x="853440" y="5852160"/>
            <a:ext cx="10485120" cy="731520"/>
          </a:xfrm>
          <a:prstGeom prst="rect">
            <a:avLst/>
          </a:prstGeom>
          <a:noFill/>
        </p:spPr>
        <p:txBody>
          <a:bodyPr wrap="square" rtlCol="0" anchor="t"/>
          <a:lstStyle/>
          <a:p>
            <a:pPr marL="0" indent="0">
              <a:lnSpc>
                <a:spcPct val="115000"/>
              </a:lnSpc>
              <a:buNone/>
            </a:pPr>
            <a:endParaRPr lang="en-US" sz="2135"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146304"/>
          </a:xfrm>
          <a:prstGeom prst="rect">
            <a:avLst/>
          </a:prstGeom>
          <a:solidFill>
            <a:srgbClr val="27AE60"/>
          </a:solidFill>
        </p:spPr>
      </p:sp>
      <p:sp>
        <p:nvSpPr>
          <p:cNvPr id="3" name="Text 1"/>
          <p:cNvSpPr/>
          <p:nvPr/>
        </p:nvSpPr>
        <p:spPr>
          <a:xfrm>
            <a:off x="731520" y="304800"/>
            <a:ext cx="10728960" cy="853440"/>
          </a:xfrm>
          <a:prstGeom prst="rect">
            <a:avLst/>
          </a:prstGeom>
          <a:noFill/>
        </p:spPr>
        <p:txBody>
          <a:bodyPr wrap="square" rtlCol="0" anchor="ctr"/>
          <a:lstStyle/>
          <a:p>
            <a:pPr marL="0" indent="0">
              <a:buNone/>
            </a:pPr>
            <a:r>
              <a:rPr lang="en-US" sz="32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0"/>
              </a:rPr>
              <a:t>课后习题</a:t>
            </a:r>
            <a:endParaRPr lang="en-US" sz="32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4" name="Shape 2"/>
          <p:cNvSpPr/>
          <p:nvPr/>
        </p:nvSpPr>
        <p:spPr>
          <a:xfrm>
            <a:off x="755904" y="1194816"/>
            <a:ext cx="2682240" cy="60960"/>
          </a:xfrm>
          <a:prstGeom prst="rect">
            <a:avLst/>
          </a:prstGeom>
          <a:solidFill>
            <a:srgbClr val="E67E22"/>
          </a:solidFill>
        </p:spPr>
      </p:sp>
      <p:sp>
        <p:nvSpPr>
          <p:cNvPr id="7" name="Text 5"/>
          <p:cNvSpPr/>
          <p:nvPr/>
        </p:nvSpPr>
        <p:spPr>
          <a:xfrm>
            <a:off x="853440" y="1506855"/>
            <a:ext cx="10485120" cy="731520"/>
          </a:xfrm>
          <a:prstGeom prst="rect">
            <a:avLst/>
          </a:prstGeom>
          <a:noFill/>
        </p:spPr>
        <p:txBody>
          <a:bodyPr wrap="square" rtlCol="0" anchor="t"/>
          <a:lstStyle/>
          <a:p>
            <a:pPr marL="0" indent="0">
              <a:lnSpc>
                <a:spcPct val="115000"/>
              </a:lnSpc>
              <a:buNone/>
            </a:pPr>
            <a:r>
              <a:rPr lang="en-US" sz="2135" b="1"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rPr>
              <a:t>Q3：把 cuda:0 改成 npu:0 后，还需要做哪些检查才能跑通？</a:t>
            </a:r>
            <a:endParaRPr lang="en-US" sz="2135" b="1"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endParaRPr>
          </a:p>
          <a:p>
            <a:pPr marL="0" indent="0">
              <a:lnSpc>
                <a:spcPct val="115000"/>
              </a:lnSpc>
              <a:buNone/>
            </a:pPr>
            <a:endParaRPr lang="en-US" sz="2135" b="1"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endParaRPr>
          </a:p>
          <a:p>
            <a:pPr marL="0" indent="0">
              <a:lnSpc>
                <a:spcPct val="115000"/>
              </a:lnSpc>
              <a:buNone/>
            </a:pPr>
            <a:r>
              <a:rPr lang="zh-CN" altLang="en-US" sz="2135"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rPr>
              <a:t>将 cuda:0 改为 npu:0 后，需系统检查以下环节：①环境依赖——确认已安装 torch_npu 且CANN版本与PyTorch匹配，并通过 torch_npu.npu.is_available() 验证设备可见；②API全局替换——将所有 torch.cuda 前缀替换为 torch_npu.npu（如 tensor.cuda() → tensor.npu()），同时检查硬编码的设备字符串；③张量与模型迁移——确保 model.to('npu:0') 和所有 input.to('npu:0') 执行到位；④算子兼容性——NPU对部分CUDA专属算子（如 scaled_dot_product_attention）支持有限，需留意报错并替换为等效实现；</a:t>
            </a:r>
            <a:endParaRPr lang="zh-CN" altLang="en-US" sz="2135"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10" name="Text 8"/>
          <p:cNvSpPr/>
          <p:nvPr/>
        </p:nvSpPr>
        <p:spPr>
          <a:xfrm>
            <a:off x="853440" y="5852160"/>
            <a:ext cx="10485120" cy="731520"/>
          </a:xfrm>
          <a:prstGeom prst="rect">
            <a:avLst/>
          </a:prstGeom>
          <a:noFill/>
        </p:spPr>
        <p:txBody>
          <a:bodyPr wrap="square" rtlCol="0" anchor="t"/>
          <a:lstStyle/>
          <a:p>
            <a:pPr marL="0" indent="0">
              <a:lnSpc>
                <a:spcPct val="115000"/>
              </a:lnSpc>
              <a:buNone/>
            </a:pPr>
            <a:endParaRPr lang="en-US" sz="2135"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146304"/>
          </a:xfrm>
          <a:prstGeom prst="rect">
            <a:avLst/>
          </a:prstGeom>
          <a:solidFill>
            <a:srgbClr val="27AE60"/>
          </a:solidFill>
        </p:spPr>
      </p:sp>
      <p:sp>
        <p:nvSpPr>
          <p:cNvPr id="3" name="Text 1"/>
          <p:cNvSpPr/>
          <p:nvPr/>
        </p:nvSpPr>
        <p:spPr>
          <a:xfrm>
            <a:off x="731520" y="304800"/>
            <a:ext cx="10728960" cy="853440"/>
          </a:xfrm>
          <a:prstGeom prst="rect">
            <a:avLst/>
          </a:prstGeom>
          <a:noFill/>
        </p:spPr>
        <p:txBody>
          <a:bodyPr wrap="square" rtlCol="0" anchor="ctr"/>
          <a:lstStyle/>
          <a:p>
            <a:pPr marL="0" indent="0">
              <a:buNone/>
            </a:pPr>
            <a:r>
              <a:rPr lang="en-US" sz="32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0"/>
              </a:rPr>
              <a:t>课后习题</a:t>
            </a:r>
            <a:endParaRPr lang="en-US" sz="32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4" name="Shape 2"/>
          <p:cNvSpPr/>
          <p:nvPr/>
        </p:nvSpPr>
        <p:spPr>
          <a:xfrm>
            <a:off x="755904" y="1194816"/>
            <a:ext cx="2682240" cy="60960"/>
          </a:xfrm>
          <a:prstGeom prst="rect">
            <a:avLst/>
          </a:prstGeom>
          <a:solidFill>
            <a:srgbClr val="E67E22"/>
          </a:solidFill>
        </p:spPr>
      </p:sp>
      <p:sp>
        <p:nvSpPr>
          <p:cNvPr id="10" name="Text 8"/>
          <p:cNvSpPr/>
          <p:nvPr/>
        </p:nvSpPr>
        <p:spPr>
          <a:xfrm>
            <a:off x="853440" y="5852160"/>
            <a:ext cx="10485120" cy="731520"/>
          </a:xfrm>
          <a:prstGeom prst="rect">
            <a:avLst/>
          </a:prstGeom>
          <a:noFill/>
        </p:spPr>
        <p:txBody>
          <a:bodyPr wrap="square" rtlCol="0" anchor="t"/>
          <a:lstStyle/>
          <a:p>
            <a:pPr marL="0" indent="0">
              <a:lnSpc>
                <a:spcPct val="115000"/>
              </a:lnSpc>
              <a:buNone/>
            </a:pPr>
            <a:endParaRPr lang="en-US" sz="2135" dirty="0"/>
          </a:p>
        </p:txBody>
      </p:sp>
      <p:sp>
        <p:nvSpPr>
          <p:cNvPr id="8" name="Text 6"/>
          <p:cNvSpPr/>
          <p:nvPr/>
        </p:nvSpPr>
        <p:spPr>
          <a:xfrm>
            <a:off x="853440" y="1760855"/>
            <a:ext cx="10485120" cy="731520"/>
          </a:xfrm>
          <a:prstGeom prst="rect">
            <a:avLst/>
          </a:prstGeom>
          <a:noFill/>
        </p:spPr>
        <p:txBody>
          <a:bodyPr wrap="square" rtlCol="0" anchor="t"/>
          <a:lstStyle/>
          <a:p>
            <a:pPr marL="0" indent="0">
              <a:lnSpc>
                <a:spcPct val="115000"/>
              </a:lnSpc>
              <a:buNone/>
            </a:pPr>
            <a:r>
              <a:rPr lang="en-US" sz="2135" b="1"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rPr>
              <a:t>Q4：验证集为什么不能使用 RandomResizedCrop 和 RandAugment？</a:t>
            </a:r>
            <a:endParaRPr lang="en-US" sz="2135" b="1"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endParaRPr>
          </a:p>
          <a:p>
            <a:pPr marL="0" indent="0">
              <a:lnSpc>
                <a:spcPct val="115000"/>
              </a:lnSpc>
              <a:buNone/>
            </a:pPr>
            <a:endParaRPr lang="en-US" sz="2135" b="1" dirty="0">
              <a:solidFill>
                <a:srgbClr val="2C3E50"/>
              </a:solidFill>
              <a:latin typeface="微软雅黑" panose="020B0503020204020204" pitchFamily="34" charset="-122"/>
              <a:ea typeface="微软雅黑" panose="020B0503020204020204" pitchFamily="34" charset="-122"/>
              <a:cs typeface="微软雅黑" panose="020B0503020204020204" pitchFamily="34" charset="-120"/>
            </a:endParaRPr>
          </a:p>
          <a:p>
            <a:pPr marL="0" indent="0">
              <a:lnSpc>
                <a:spcPct val="115000"/>
              </a:lnSpc>
              <a:buNone/>
            </a:pPr>
            <a:r>
              <a:rPr lang="zh-CN" altLang="en-US" sz="2135" dirty="0"/>
              <a:t>验证集禁用</a:t>
            </a:r>
            <a:r>
              <a:rPr lang="en-US" altLang="zh-CN" sz="2135" dirty="0"/>
              <a:t> RandomResizedCrop </a:t>
            </a:r>
            <a:r>
              <a:rPr lang="zh-CN" altLang="en-US" sz="2135" dirty="0"/>
              <a:t>和</a:t>
            </a:r>
            <a:r>
              <a:rPr lang="en-US" altLang="zh-CN" sz="2135" dirty="0"/>
              <a:t> RandAugment</a:t>
            </a:r>
            <a:r>
              <a:rPr lang="zh-CN" altLang="en-US" sz="2135" dirty="0"/>
              <a:t>，核心在于评估要求确定性，训练允许随机性。</a:t>
            </a:r>
            <a:r>
              <a:rPr lang="en-US" altLang="zh-CN" sz="2135" dirty="0"/>
              <a:t>RandomResizedCrop </a:t>
            </a:r>
            <a:r>
              <a:rPr lang="zh-CN" altLang="en-US" sz="2135" dirty="0"/>
              <a:t>的随机裁剪会导致同一图片每次验证输入不同，结果不可复现；</a:t>
            </a:r>
            <a:r>
              <a:rPr lang="en-US" altLang="zh-CN" sz="2135" dirty="0"/>
              <a:t>RandAugment </a:t>
            </a:r>
            <a:r>
              <a:rPr lang="zh-CN" altLang="en-US" sz="2135" dirty="0"/>
              <a:t>引入颜色扰动等失真操作，改变图像语义分布，会人为压低验证精度，无法反映模型真实泛化能力。验证集必须采用固定的预处理流程（如</a:t>
            </a:r>
            <a:r>
              <a:rPr lang="en-US" altLang="zh-CN" sz="2135" dirty="0"/>
              <a:t> Resize + CenterCrop</a:t>
            </a:r>
            <a:r>
              <a:rPr lang="zh-CN" altLang="en-US" sz="2135" dirty="0"/>
              <a:t>），确保输入稳定、保真，从而获得客观、可比较的评估指标。</a:t>
            </a:r>
            <a:endParaRPr lang="zh-CN" altLang="en-US" sz="2135"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tags/tag1.xml><?xml version="1.0" encoding="utf-8"?>
<p:tagLst xmlns:p="http://schemas.openxmlformats.org/presentationml/2006/main">
  <p:tag name="KSO_WM_DIAGRAM_VIRTUALLY_FRAME" val="{&quot;height&quot;:230.4,&quot;left&quot;:67.2,&quot;top&quot;:124.8,&quot;width&quot;:835.2}"/>
</p:tagLst>
</file>

<file path=ppt/tags/tag2.xml><?xml version="1.0" encoding="utf-8"?>
<p:tagLst xmlns:p="http://schemas.openxmlformats.org/presentationml/2006/main">
  <p:tag name="KSO_WM_DIAGRAM_VIRTUALLY_FRAME" val="{&quot;height&quot;:230.4,&quot;left&quot;:67.2,&quot;top&quot;:124.8,&quot;width&quot;:835.2}"/>
</p:tagLst>
</file>

<file path=ppt/tags/tag3.xml><?xml version="1.0" encoding="utf-8"?>
<p:tagLst xmlns:p="http://schemas.openxmlformats.org/presentationml/2006/main">
  <p:tag name="KSO_WM_DIAGRAM_VIRTUALLY_FRAME" val="{&quot;height&quot;:230.4,&quot;left&quot;:67.2,&quot;top&quot;:124.8,&quot;width&quot;:835.2}"/>
</p:tagLst>
</file>

<file path=ppt/tags/tag4.xml><?xml version="1.0" encoding="utf-8"?>
<p:tagLst xmlns:p="http://schemas.openxmlformats.org/presentationml/2006/main">
  <p:tag name="KSO_WM_DIAGRAM_VIRTUALLY_FRAME" val="{&quot;height&quot;:230.4,&quot;left&quot;:67.2,&quot;top&quot;:124.8,&quot;width&quot;:835.2}"/>
</p:tagLst>
</file>

<file path=ppt/theme/theme1.xml><?xml version="1.0" encoding="utf-8"?>
<a:theme xmlns:a="http://schemas.openxmlformats.org/drawingml/2006/main" name="2_标题页模板">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3_功能页模板">
  <a:themeElements>
    <a:clrScheme name="自定义 2">
      <a:dk1>
        <a:sysClr val="windowText" lastClr="000000"/>
      </a:dk1>
      <a:lt1>
        <a:sysClr val="window" lastClr="FFFFFF"/>
      </a:lt1>
      <a:dk2>
        <a:srgbClr val="44546A"/>
      </a:dk2>
      <a:lt2>
        <a:srgbClr val="E7E6E6"/>
      </a:lt2>
      <a:accent1>
        <a:srgbClr val="C7000B"/>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方正+Huawei">
      <a:majorFont>
        <a:latin typeface="Huawei Sans"/>
        <a:ea typeface="方正兰亭黑简体"/>
        <a:cs typeface=""/>
      </a:majorFont>
      <a:minorFont>
        <a:latin typeface="Huawei Sans"/>
        <a:ea typeface="方正兰亭黑简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4_内容页模板">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方正+Huawei">
      <a:majorFont>
        <a:latin typeface="Huawei Sans"/>
        <a:ea typeface="方正兰亭黑简体"/>
        <a:cs typeface=""/>
      </a:majorFont>
      <a:minorFont>
        <a:latin typeface="Huawei Sans"/>
        <a:ea typeface="方正兰亭黑简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5_感谢页模板">
  <a:themeElements>
    <a:clrScheme name="2210">
      <a:dk1>
        <a:srgbClr val="1D1D1A"/>
      </a:dk1>
      <a:lt1>
        <a:srgbClr val="1D1D1A"/>
      </a:lt1>
      <a:dk2>
        <a:srgbClr val="FFFFFF"/>
      </a:dk2>
      <a:lt2>
        <a:srgbClr val="FFFFFF"/>
      </a:lt2>
      <a:accent1>
        <a:srgbClr val="C7000A"/>
      </a:accent1>
      <a:accent2>
        <a:srgbClr val="E9002F"/>
      </a:accent2>
      <a:accent3>
        <a:srgbClr val="F4A100"/>
      </a:accent3>
      <a:accent4>
        <a:srgbClr val="FFFF00"/>
      </a:accent4>
      <a:accent5>
        <a:srgbClr val="232323"/>
      </a:accent5>
      <a:accent6>
        <a:srgbClr val="666666"/>
      </a:accent6>
      <a:hlink>
        <a:srgbClr val="919191"/>
      </a:hlink>
      <a:folHlink>
        <a:srgbClr val="C4C4C4"/>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EA002F"/>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1800" dirty="0"/>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方正+Huawei">
      <a:majorFont>
        <a:latin typeface="Huawei Sans"/>
        <a:ea typeface="方正兰亭黑简体"/>
        <a:cs typeface=""/>
      </a:majorFont>
      <a:minorFont>
        <a:latin typeface="Huawei Sans"/>
        <a:ea typeface="方正兰亭黑简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7.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C226774B8D87F4D92D9D1F6859ED44E" ma:contentTypeVersion="1" ma:contentTypeDescription="Create a new document." ma:contentTypeScope="" ma:versionID="192c310b45bae95d9fdbb51d5532622b">
  <xsd:schema xmlns:xsd="http://www.w3.org/2001/XMLSchema" xmlns:xs="http://www.w3.org/2001/XMLSchema" xmlns:p="http://schemas.microsoft.com/office/2006/metadata/properties" xmlns:ns2="475f1e55-3009-46d8-9566-5d569a2b3a98" targetNamespace="http://schemas.microsoft.com/office/2006/metadata/properties" ma:root="true" ma:fieldsID="1d095aabec1d15598815726bd4b054a7" ns2:_="">
    <xsd:import namespace="475f1e55-3009-46d8-9566-5d569a2b3a98"/>
    <xsd:element name="properties">
      <xsd:complexType>
        <xsd:sequence>
          <xsd:element name="documentManagement">
            <xsd:complexType>
              <xsd:all>
                <xsd:element ref="ns2:SharedWithUser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75f1e55-3009-46d8-9566-5d569a2b3a98"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5.xml><?xml version="1.0" encoding="utf-8"?>
<ds:datastoreItem xmlns:ds="http://schemas.openxmlformats.org/officeDocument/2006/customXml" ds:itemID="{CC2FADE7-0FB7-4D32-803A-97A461853B0F}">
  <ds:schemaRefs/>
</ds:datastoreItem>
</file>

<file path=customXml/itemProps6.xml><?xml version="1.0" encoding="utf-8"?>
<ds:datastoreItem xmlns:ds="http://schemas.openxmlformats.org/officeDocument/2006/customXml" ds:itemID="{FEDE263F-0510-4442-823E-69B63ECB61E1}">
  <ds:schemaRefs/>
</ds:datastoreItem>
</file>

<file path=customXml/itemProps7.xml><?xml version="1.0" encoding="utf-8"?>
<ds:datastoreItem xmlns:ds="http://schemas.openxmlformats.org/officeDocument/2006/customXml" ds:itemID="{DA5960F2-6186-408B-A0DC-5CA5E58B604F}">
  <ds:schemaRefs/>
</ds:datastoreItem>
</file>

<file path=docProps/app.xml><?xml version="1.0" encoding="utf-8"?>
<Properties xmlns="http://schemas.openxmlformats.org/officeDocument/2006/extended-properties" xmlns:vt="http://schemas.openxmlformats.org/officeDocument/2006/docPropsVTypes">
  <TotalTime>0</TotalTime>
  <Words>7839</Words>
  <Application>WPS 演示</Application>
  <PresentationFormat>宽屏</PresentationFormat>
  <Paragraphs>674</Paragraphs>
  <Slides>49</Slides>
  <Notes>9</Notes>
  <HiddenSlides>0</HiddenSlides>
  <MMClips>0</MMClips>
  <ScaleCrop>false</ScaleCrop>
  <HeadingPairs>
    <vt:vector size="6" baseType="variant">
      <vt:variant>
        <vt:lpstr>已用的字体</vt:lpstr>
      </vt:variant>
      <vt:variant>
        <vt:i4>15</vt:i4>
      </vt:variant>
      <vt:variant>
        <vt:lpstr>主题</vt:lpstr>
      </vt:variant>
      <vt:variant>
        <vt:i4>4</vt:i4>
      </vt:variant>
      <vt:variant>
        <vt:lpstr>幻灯片标题</vt:lpstr>
      </vt:variant>
      <vt:variant>
        <vt:i4>49</vt:i4>
      </vt:variant>
    </vt:vector>
  </HeadingPairs>
  <TitlesOfParts>
    <vt:vector size="68" baseType="lpstr">
      <vt:lpstr>Arial</vt:lpstr>
      <vt:lpstr>宋体</vt:lpstr>
      <vt:lpstr>Wingdings</vt:lpstr>
      <vt:lpstr>Huawei Sans</vt:lpstr>
      <vt:lpstr>DejaVu Math TeX Gyre</vt:lpstr>
      <vt:lpstr>方正兰亭黑简体</vt:lpstr>
      <vt:lpstr>微软雅黑</vt:lpstr>
      <vt:lpstr>黑体</vt:lpstr>
      <vt:lpstr>微软雅黑</vt:lpstr>
      <vt:lpstr>Arial Unicode MS</vt:lpstr>
      <vt:lpstr>Consolas</vt:lpstr>
      <vt:lpstr>Consolas</vt:lpstr>
      <vt:lpstr>Consolas</vt:lpstr>
      <vt:lpstr>Arial</vt:lpstr>
      <vt:lpstr>方正兰亭黑简体</vt:lpstr>
      <vt:lpstr>2_标题页模板</vt:lpstr>
      <vt:lpstr>3_功能页模板</vt:lpstr>
      <vt:lpstr>4_内容页模板</vt:lpstr>
      <vt:lpstr>5_感谢页模板</vt:lpstr>
      <vt:lpstr>MobileNetV3 图像分类实战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Huawei Technologies Co.,Ltd.</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fanyan (A)</dc:creator>
  <cp:lastModifiedBy>李晋</cp:lastModifiedBy>
  <cp:revision>179</cp:revision>
  <cp:lastPrinted>2020-07-31T09:33:00Z</cp:lastPrinted>
  <dcterms:created xsi:type="dcterms:W3CDTF">2018-11-29T10:16:00Z</dcterms:created>
  <dcterms:modified xsi:type="dcterms:W3CDTF">2026-08-17T03:51:11Z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2015_ms_pID_725343">
    <vt:lpwstr>(3)g4z9dqn3gb6hls7dsiBcN51QnejloZX3gCi7TJminlc8kVE0HO/znYkE6vgbBuVelA+OfOdn
0BwuKJsY+UXDQz2LoU1i769hNlYZU/sDORZUjL/rC/XvbIpVoMLGm7Tceb27JurmEhD16Lg2
Yghzv6w94nw4+kVlh363r/pjHm9I37j59Z6vr3alep6Xm0KTXPdcrKr1wacP6stDdmTbXiPN
4fiRKmITB7qR+5yU7S</vt:lpwstr>
  </property>
  <property fmtid="{D5CDD505-2E9C-101B-9397-08002B2CF9AE}" pid="3" name="_2015_ms_pID_7253431">
    <vt:lpwstr>FXaT+vzbRiamcFvAsTBXEkmKJE4AVPjccZ0e53ayTL9nHvBwgY1iTL
UX7NEwbHjVEhIf9qdfdewUrvI5DOFzKeYsn1FKo1x9HXw28fb2rXuwmuPHBk4OPqk2dx3hFq
aypIrixK+6e2QvaZc/7qfIlxtnDMJsCiXRmzyWGpf0xrk19L5ZSNdGQqnDUvQUIghh+c7W+z
F4t16ZO/qWpjd2BI7ywG4aEKr9Z6kOkwhHYQ</vt:lpwstr>
  </property>
  <property fmtid="{D5CDD505-2E9C-101B-9397-08002B2CF9AE}" pid="4" name="_2015_ms_pID_7253432">
    <vt:lpwstr>vg==</vt:lpwstr>
  </property>
  <property fmtid="{D5CDD505-2E9C-101B-9397-08002B2CF9AE}" pid="5" name="_readonly">
    <vt:lpwstr/>
  </property>
  <property fmtid="{D5CDD505-2E9C-101B-9397-08002B2CF9AE}" pid="6" name="_change">
    <vt:lpwstr/>
  </property>
  <property fmtid="{D5CDD505-2E9C-101B-9397-08002B2CF9AE}" pid="7" name="_full-control">
    <vt:lpwstr/>
  </property>
  <property fmtid="{D5CDD505-2E9C-101B-9397-08002B2CF9AE}" pid="8" name="sflag">
    <vt:lpwstr>1575248629</vt:lpwstr>
  </property>
  <property fmtid="{D5CDD505-2E9C-101B-9397-08002B2CF9AE}" pid="9" name="ContentTypeId">
    <vt:lpwstr>0x010100CC226774B8D87F4D92D9D1F6859ED44E</vt:lpwstr>
  </property>
  <property fmtid="{D5CDD505-2E9C-101B-9397-08002B2CF9AE}" pid="10" name="KSOProductBuildVer">
    <vt:lpwstr>2052-12.1.0.23542</vt:lpwstr>
  </property>
  <property fmtid="{D5CDD505-2E9C-101B-9397-08002B2CF9AE}" pid="11" name="ICV">
    <vt:lpwstr>F5C07BAC03AC4267A98173864595D8D9_13</vt:lpwstr>
  </property>
</Properties>
</file>